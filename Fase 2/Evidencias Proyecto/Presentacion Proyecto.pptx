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Raleway"/>
      <p:regular r:id="rId19"/>
      <p:bold r:id="rId20"/>
      <p:italic r:id="rId21"/>
      <p:boldItalic r:id="rId22"/>
    </p:embeddedFont>
    <p:embeddedFont>
      <p:font typeface="Epilogue Light"/>
      <p:regular r:id="rId23"/>
      <p:bold r:id="rId24"/>
      <p:italic r:id="rId25"/>
      <p:boldItalic r:id="rId26"/>
    </p:embeddedFont>
    <p:embeddedFont>
      <p:font typeface="Amiko"/>
      <p:regular r:id="rId27"/>
      <p:bold r:id="rId28"/>
    </p:embeddedFont>
    <p:embeddedFont>
      <p:font typeface="Epilogue"/>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98">
          <p15:clr>
            <a:srgbClr val="747775"/>
          </p15:clr>
        </p15:guide>
        <p15:guide id="2" pos="1153">
          <p15:clr>
            <a:srgbClr val="747775"/>
          </p15:clr>
        </p15:guide>
      </p15:sldGuideLst>
    </p:ext>
    <p:ext uri="GoogleSlidesCustomDataVersion2">
      <go:slidesCustomData xmlns:go="http://customooxmlschemas.google.com/" r:id="rId37" roundtripDataSignature="AMtx7mi1nmqXhmL4o/hOLnLvBsGUBzqM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98" orient="horz"/>
        <p:guide pos="1153"/>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EpilogueLight-bold.fntdata"/><Relationship Id="rId23" Type="http://schemas.openxmlformats.org/officeDocument/2006/relationships/font" Target="fonts/Epilogue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EpilogueLight-boldItalic.fntdata"/><Relationship Id="rId25" Type="http://schemas.openxmlformats.org/officeDocument/2006/relationships/font" Target="fonts/EpilogueLight-italic.fntdata"/><Relationship Id="rId28" Type="http://schemas.openxmlformats.org/officeDocument/2006/relationships/font" Target="fonts/Amiko-bold.fntdata"/><Relationship Id="rId27" Type="http://schemas.openxmlformats.org/officeDocument/2006/relationships/font" Target="fonts/Amik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pilog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pilogue-italic.fntdata"/><Relationship Id="rId30" Type="http://schemas.openxmlformats.org/officeDocument/2006/relationships/font" Target="fonts/Epilogue-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Epilogue-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7bf3141e71_2_8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5" name="Google Shape;855;g37bf3141e71_2_89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7bf3141e71_2_7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g37bf3141e71_2_7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7bf3141e71_2_1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7" name="Google Shape;887;g37bf3141e71_2_1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7bf3141e71_2_116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7" name="Google Shape;897;g37bf3141e71_2_11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7bf3141e71_2_116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g37bf3141e71_2_116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7bf3141e71_2_5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5" name="Google Shape;915;g37bf3141e71_2_5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7bf3141e71_2_44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4" name="Google Shape;924;g37bf3141e71_2_4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7bf3141e71_2_11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2" name="Google Shape;932;g37bf3141e71_2_11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8e160f753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8e160f753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7bf3141e71_2_115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6" name="Google Shape;946;g37bf3141e71_2_11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7bf3141e71_2_10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g37bf3141e71_2_107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g37bf3141e71_2_10735"/>
          <p:cNvSpPr txBox="1"/>
          <p:nvPr>
            <p:ph type="ctrTitle"/>
          </p:nvPr>
        </p:nvSpPr>
        <p:spPr>
          <a:xfrm>
            <a:off x="1410000" y="868167"/>
            <a:ext cx="5346900" cy="4077600"/>
          </a:xfrm>
          <a:prstGeom prst="rect">
            <a:avLst/>
          </a:prstGeom>
          <a:noFill/>
          <a:ln>
            <a:noFill/>
          </a:ln>
        </p:spPr>
        <p:txBody>
          <a:bodyPr anchorCtr="0" anchor="b" bIns="121900" lIns="121900" spcFirstLastPara="1" rIns="121900" wrap="square" tIns="121900">
            <a:noAutofit/>
          </a:bodyPr>
          <a:lstStyle>
            <a:lvl1pPr lvl="0" algn="l">
              <a:lnSpc>
                <a:spcPct val="80000"/>
              </a:lnSpc>
              <a:spcBef>
                <a:spcPts val="0"/>
              </a:spcBef>
              <a:spcAft>
                <a:spcPts val="0"/>
              </a:spcAft>
              <a:buClr>
                <a:srgbClr val="191919"/>
              </a:buClr>
              <a:buSzPts val="6900"/>
              <a:buNone/>
              <a:defRPr sz="5500">
                <a:latin typeface="Epilogue"/>
                <a:ea typeface="Epilogue"/>
                <a:cs typeface="Epilogue"/>
                <a:sym typeface="Epilogue"/>
              </a:defRPr>
            </a:lvl1pPr>
            <a:lvl2pPr lvl="1" algn="ctr">
              <a:lnSpc>
                <a:spcPct val="100000"/>
              </a:lnSpc>
              <a:spcBef>
                <a:spcPts val="0"/>
              </a:spcBef>
              <a:spcAft>
                <a:spcPts val="0"/>
              </a:spcAft>
              <a:buClr>
                <a:srgbClr val="191919"/>
              </a:buClr>
              <a:buSzPts val="6900"/>
              <a:buNone/>
              <a:defRPr sz="6900">
                <a:solidFill>
                  <a:srgbClr val="191919"/>
                </a:solidFill>
              </a:defRPr>
            </a:lvl2pPr>
            <a:lvl3pPr lvl="2" algn="ctr">
              <a:lnSpc>
                <a:spcPct val="100000"/>
              </a:lnSpc>
              <a:spcBef>
                <a:spcPts val="0"/>
              </a:spcBef>
              <a:spcAft>
                <a:spcPts val="0"/>
              </a:spcAft>
              <a:buClr>
                <a:srgbClr val="191919"/>
              </a:buClr>
              <a:buSzPts val="6900"/>
              <a:buNone/>
              <a:defRPr sz="6900">
                <a:solidFill>
                  <a:srgbClr val="191919"/>
                </a:solidFill>
              </a:defRPr>
            </a:lvl3pPr>
            <a:lvl4pPr lvl="3" algn="ctr">
              <a:lnSpc>
                <a:spcPct val="100000"/>
              </a:lnSpc>
              <a:spcBef>
                <a:spcPts val="0"/>
              </a:spcBef>
              <a:spcAft>
                <a:spcPts val="0"/>
              </a:spcAft>
              <a:buClr>
                <a:srgbClr val="191919"/>
              </a:buClr>
              <a:buSzPts val="6900"/>
              <a:buNone/>
              <a:defRPr sz="6900">
                <a:solidFill>
                  <a:srgbClr val="191919"/>
                </a:solidFill>
              </a:defRPr>
            </a:lvl4pPr>
            <a:lvl5pPr lvl="4" algn="ctr">
              <a:lnSpc>
                <a:spcPct val="100000"/>
              </a:lnSpc>
              <a:spcBef>
                <a:spcPts val="0"/>
              </a:spcBef>
              <a:spcAft>
                <a:spcPts val="0"/>
              </a:spcAft>
              <a:buClr>
                <a:srgbClr val="191919"/>
              </a:buClr>
              <a:buSzPts val="6900"/>
              <a:buNone/>
              <a:defRPr sz="6900">
                <a:solidFill>
                  <a:srgbClr val="191919"/>
                </a:solidFill>
              </a:defRPr>
            </a:lvl5pPr>
            <a:lvl6pPr lvl="5" algn="ctr">
              <a:lnSpc>
                <a:spcPct val="100000"/>
              </a:lnSpc>
              <a:spcBef>
                <a:spcPts val="0"/>
              </a:spcBef>
              <a:spcAft>
                <a:spcPts val="0"/>
              </a:spcAft>
              <a:buClr>
                <a:srgbClr val="191919"/>
              </a:buClr>
              <a:buSzPts val="6900"/>
              <a:buNone/>
              <a:defRPr sz="6900">
                <a:solidFill>
                  <a:srgbClr val="191919"/>
                </a:solidFill>
              </a:defRPr>
            </a:lvl6pPr>
            <a:lvl7pPr lvl="6" algn="ctr">
              <a:lnSpc>
                <a:spcPct val="100000"/>
              </a:lnSpc>
              <a:spcBef>
                <a:spcPts val="0"/>
              </a:spcBef>
              <a:spcAft>
                <a:spcPts val="0"/>
              </a:spcAft>
              <a:buClr>
                <a:srgbClr val="191919"/>
              </a:buClr>
              <a:buSzPts val="6900"/>
              <a:buNone/>
              <a:defRPr sz="6900">
                <a:solidFill>
                  <a:srgbClr val="191919"/>
                </a:solidFill>
              </a:defRPr>
            </a:lvl7pPr>
            <a:lvl8pPr lvl="7" algn="ctr">
              <a:lnSpc>
                <a:spcPct val="100000"/>
              </a:lnSpc>
              <a:spcBef>
                <a:spcPts val="0"/>
              </a:spcBef>
              <a:spcAft>
                <a:spcPts val="0"/>
              </a:spcAft>
              <a:buClr>
                <a:srgbClr val="191919"/>
              </a:buClr>
              <a:buSzPts val="6900"/>
              <a:buNone/>
              <a:defRPr sz="6900">
                <a:solidFill>
                  <a:srgbClr val="191919"/>
                </a:solidFill>
              </a:defRPr>
            </a:lvl8pPr>
            <a:lvl9pPr lvl="8" algn="ctr">
              <a:lnSpc>
                <a:spcPct val="100000"/>
              </a:lnSpc>
              <a:spcBef>
                <a:spcPts val="0"/>
              </a:spcBef>
              <a:spcAft>
                <a:spcPts val="0"/>
              </a:spcAft>
              <a:buClr>
                <a:srgbClr val="191919"/>
              </a:buClr>
              <a:buSzPts val="6900"/>
              <a:buNone/>
              <a:defRPr sz="6900">
                <a:solidFill>
                  <a:srgbClr val="191919"/>
                </a:solidFill>
              </a:defRPr>
            </a:lvl9pPr>
          </a:lstStyle>
          <a:p/>
        </p:txBody>
      </p:sp>
      <p:sp>
        <p:nvSpPr>
          <p:cNvPr id="10" name="Google Shape;10;g37bf3141e71_2_10735"/>
          <p:cNvSpPr txBox="1"/>
          <p:nvPr>
            <p:ph idx="1" type="subTitle"/>
          </p:nvPr>
        </p:nvSpPr>
        <p:spPr>
          <a:xfrm>
            <a:off x="1410000" y="4957431"/>
            <a:ext cx="4147500" cy="8292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sz="2100">
                <a:solidFill>
                  <a:schemeClr val="dk1"/>
                </a:solidFill>
                <a:latin typeface="Amiko"/>
                <a:ea typeface="Amiko"/>
                <a:cs typeface="Amiko"/>
                <a:sym typeface="Amiko"/>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grpSp>
        <p:nvGrpSpPr>
          <p:cNvPr id="11" name="Google Shape;11;g37bf3141e71_2_10735"/>
          <p:cNvGrpSpPr/>
          <p:nvPr/>
        </p:nvGrpSpPr>
        <p:grpSpPr>
          <a:xfrm rot="10800000">
            <a:off x="43" y="3933272"/>
            <a:ext cx="1858262" cy="2924827"/>
            <a:chOff x="-5" y="3169540"/>
            <a:chExt cx="1254142" cy="1973967"/>
          </a:xfrm>
        </p:grpSpPr>
        <p:sp>
          <p:nvSpPr>
            <p:cNvPr id="12" name="Google Shape;12;g37bf3141e71_2_10735"/>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 name="Google Shape;13;g37bf3141e71_2_10735"/>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 name="Google Shape;14;g37bf3141e71_2_10735"/>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5" name="Google Shape;15;g37bf3141e71_2_10735"/>
          <p:cNvGrpSpPr/>
          <p:nvPr/>
        </p:nvGrpSpPr>
        <p:grpSpPr>
          <a:xfrm>
            <a:off x="10873146" y="719327"/>
            <a:ext cx="492410" cy="986494"/>
            <a:chOff x="8246118" y="539509"/>
            <a:chExt cx="369317" cy="739889"/>
          </a:xfrm>
        </p:grpSpPr>
        <p:sp>
          <p:nvSpPr>
            <p:cNvPr id="16" name="Google Shape;16;g37bf3141e71_2_10735"/>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 name="Google Shape;17;g37bf3141e71_2_10735"/>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 name="Google Shape;18;g37bf3141e71_2_10735"/>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 name="Google Shape;19;g37bf3141e71_2_10735"/>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 name="Google Shape;20;g37bf3141e71_2_10735"/>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1" name="Google Shape;21;g37bf3141e71_2_10735"/>
          <p:cNvGrpSpPr/>
          <p:nvPr/>
        </p:nvGrpSpPr>
        <p:grpSpPr>
          <a:xfrm>
            <a:off x="342017" y="1822865"/>
            <a:ext cx="259130" cy="673311"/>
            <a:chOff x="5025077" y="4050620"/>
            <a:chExt cx="272081" cy="706888"/>
          </a:xfrm>
        </p:grpSpPr>
        <p:sp>
          <p:nvSpPr>
            <p:cNvPr id="22" name="Google Shape;22;g37bf3141e71_2_10735"/>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 name="Google Shape;23;g37bf3141e71_2_10735"/>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4" name="Google Shape;24;g37bf3141e71_2_10735"/>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 name="Google Shape;25;g37bf3141e71_2_10735"/>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 name="Google Shape;26;g37bf3141e71_2_10735"/>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7" name="Google Shape;27;g37bf3141e71_2_10735"/>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 name="Google Shape;28;g37bf3141e71_2_10735"/>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 name="Google Shape;29;g37bf3141e71_2_10735"/>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0" name="Google Shape;30;g37bf3141e71_2_10735"/>
          <p:cNvGrpSpPr/>
          <p:nvPr/>
        </p:nvGrpSpPr>
        <p:grpSpPr>
          <a:xfrm>
            <a:off x="9766682" y="402142"/>
            <a:ext cx="832814" cy="634337"/>
            <a:chOff x="6106825" y="306089"/>
            <a:chExt cx="1035194" cy="788486"/>
          </a:xfrm>
        </p:grpSpPr>
        <p:sp>
          <p:nvSpPr>
            <p:cNvPr id="31" name="Google Shape;31;g37bf3141e71_2_10735"/>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 name="Google Shape;32;g37bf3141e71_2_10735"/>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 name="Google Shape;33;g37bf3141e71_2_10735"/>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 name="Google Shape;34;g37bf3141e71_2_10735"/>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 name="Google Shape;35;g37bf3141e71_2_10735"/>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 name="Google Shape;36;g37bf3141e71_2_10735"/>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 name="Google Shape;37;g37bf3141e71_2_10735"/>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8" name="Google Shape;38;g37bf3141e71_2_10735"/>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9" name="Google Shape;39;g37bf3141e71_2_10735"/>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 name="Google Shape;40;g37bf3141e71_2_10735"/>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 name="Google Shape;41;g37bf3141e71_2_10735"/>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 name="Google Shape;42;g37bf3141e71_2_10735"/>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 name="Google Shape;43;g37bf3141e71_2_10735"/>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 name="Google Shape;44;g37bf3141e71_2_10735"/>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 name="Google Shape;45;g37bf3141e71_2_10735"/>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 name="Google Shape;46;g37bf3141e71_2_10735"/>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 name="Google Shape;47;g37bf3141e71_2_10735"/>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 name="Google Shape;48;g37bf3141e71_2_10735"/>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 name="Google Shape;49;g37bf3141e71_2_10735"/>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 name="Google Shape;50;g37bf3141e71_2_10735"/>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1" name="Google Shape;51;g37bf3141e71_2_10735"/>
          <p:cNvGrpSpPr/>
          <p:nvPr/>
        </p:nvGrpSpPr>
        <p:grpSpPr>
          <a:xfrm>
            <a:off x="8936145" y="2120477"/>
            <a:ext cx="3254528" cy="4735043"/>
            <a:chOff x="6808150" y="1320878"/>
            <a:chExt cx="2335841" cy="3705331"/>
          </a:xfrm>
        </p:grpSpPr>
        <p:sp>
          <p:nvSpPr>
            <p:cNvPr id="52" name="Google Shape;52;g37bf3141e71_2_10735"/>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 name="Google Shape;53;g37bf3141e71_2_10735"/>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 name="Google Shape;54;g37bf3141e71_2_10735"/>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rgbClr val="2E2E2E"/>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5" name="Google Shape;55;g37bf3141e71_2_10735"/>
          <p:cNvGrpSpPr/>
          <p:nvPr/>
        </p:nvGrpSpPr>
        <p:grpSpPr>
          <a:xfrm rot="2700000">
            <a:off x="-1658394" y="3122045"/>
            <a:ext cx="2260080" cy="2250314"/>
            <a:chOff x="5010334" y="-947702"/>
            <a:chExt cx="1842636" cy="1834885"/>
          </a:xfrm>
        </p:grpSpPr>
        <p:sp>
          <p:nvSpPr>
            <p:cNvPr id="56" name="Google Shape;56;g37bf3141e71_2_10735"/>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 name="Google Shape;57;g37bf3141e71_2_10735"/>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 name="Google Shape;58;g37bf3141e71_2_10735"/>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9" name="Google Shape;59;g37bf3141e71_2_10735"/>
          <p:cNvGrpSpPr/>
          <p:nvPr/>
        </p:nvGrpSpPr>
        <p:grpSpPr>
          <a:xfrm>
            <a:off x="-2" y="-897986"/>
            <a:ext cx="1626790" cy="1933729"/>
            <a:chOff x="-1" y="-673507"/>
            <a:chExt cx="1220123" cy="1450333"/>
          </a:xfrm>
        </p:grpSpPr>
        <p:sp>
          <p:nvSpPr>
            <p:cNvPr id="60" name="Google Shape;60;g37bf3141e71_2_10735"/>
            <p:cNvSpPr/>
            <p:nvPr/>
          </p:nvSpPr>
          <p:spPr>
            <a:xfrm rot="-5400000">
              <a:off x="22292" y="-676657"/>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61" name="Google Shape;61;g37bf3141e71_2_10735"/>
            <p:cNvSpPr/>
            <p:nvPr/>
          </p:nvSpPr>
          <p:spPr>
            <a:xfrm>
              <a:off x="-1" y="-443586"/>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2" name="Google Shape;62;g37bf3141e71_2_10735"/>
          <p:cNvSpPr/>
          <p:nvPr>
            <p:ph idx="2" type="pic"/>
          </p:nvPr>
        </p:nvSpPr>
        <p:spPr>
          <a:xfrm>
            <a:off x="7619067" y="1424500"/>
            <a:ext cx="3436500" cy="4612500"/>
          </a:xfrm>
          <a:prstGeom prst="round2SameRect">
            <a:avLst>
              <a:gd fmla="val 16667" name="adj1"/>
              <a:gd fmla="val 0" name="adj2"/>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3" name="Shape 63"/>
        <p:cNvGrpSpPr/>
        <p:nvPr/>
      </p:nvGrpSpPr>
      <p:grpSpPr>
        <a:xfrm>
          <a:off x="0" y="0"/>
          <a:ext cx="0" cy="0"/>
          <a:chOff x="0" y="0"/>
          <a:chExt cx="0" cy="0"/>
        </a:xfrm>
      </p:grpSpPr>
      <p:sp>
        <p:nvSpPr>
          <p:cNvPr id="64" name="Google Shape;64;g37bf3141e71_2_11037"/>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65" name="Google Shape;65;g37bf3141e71_2_11037"/>
          <p:cNvSpPr txBox="1"/>
          <p:nvPr>
            <p:ph idx="2" type="title"/>
          </p:nvPr>
        </p:nvSpPr>
        <p:spPr>
          <a:xfrm>
            <a:off x="1506650" y="2279293"/>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6" name="Google Shape;66;g37bf3141e71_2_11037"/>
          <p:cNvSpPr txBox="1"/>
          <p:nvPr>
            <p:ph idx="3" type="title"/>
          </p:nvPr>
        </p:nvSpPr>
        <p:spPr>
          <a:xfrm>
            <a:off x="6694150" y="2279308"/>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7" name="Google Shape;67;g37bf3141e71_2_11037"/>
          <p:cNvSpPr txBox="1"/>
          <p:nvPr>
            <p:ph idx="4" type="title"/>
          </p:nvPr>
        </p:nvSpPr>
        <p:spPr>
          <a:xfrm>
            <a:off x="1506650" y="3564093"/>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8" name="Google Shape;68;g37bf3141e71_2_11037"/>
          <p:cNvSpPr txBox="1"/>
          <p:nvPr>
            <p:ph idx="5" type="title"/>
          </p:nvPr>
        </p:nvSpPr>
        <p:spPr>
          <a:xfrm>
            <a:off x="6694150" y="3564108"/>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9" name="Google Shape;69;g37bf3141e71_2_11037"/>
          <p:cNvSpPr txBox="1"/>
          <p:nvPr>
            <p:ph idx="6" type="title"/>
          </p:nvPr>
        </p:nvSpPr>
        <p:spPr>
          <a:xfrm>
            <a:off x="1506650" y="4848893"/>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0" name="Google Shape;70;g37bf3141e71_2_11037"/>
          <p:cNvSpPr txBox="1"/>
          <p:nvPr>
            <p:ph idx="7" type="title"/>
          </p:nvPr>
        </p:nvSpPr>
        <p:spPr>
          <a:xfrm>
            <a:off x="6694150" y="4848908"/>
            <a:ext cx="979500" cy="980100"/>
          </a:xfrm>
          <a:prstGeom prst="rect">
            <a:avLst/>
          </a:prstGeom>
          <a:solidFill>
            <a:schemeClr val="lt2"/>
          </a:solid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b="0"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1" name="Google Shape;71;g37bf3141e71_2_11037"/>
          <p:cNvSpPr txBox="1"/>
          <p:nvPr>
            <p:ph idx="1" type="subTitle"/>
          </p:nvPr>
        </p:nvSpPr>
        <p:spPr>
          <a:xfrm>
            <a:off x="2791050" y="2279300"/>
            <a:ext cx="27069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2" name="Google Shape;72;g37bf3141e71_2_11037"/>
          <p:cNvSpPr txBox="1"/>
          <p:nvPr>
            <p:ph idx="8" type="subTitle"/>
          </p:nvPr>
        </p:nvSpPr>
        <p:spPr>
          <a:xfrm>
            <a:off x="2791050" y="3564093"/>
            <a:ext cx="27069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3" name="Google Shape;73;g37bf3141e71_2_11037"/>
          <p:cNvSpPr txBox="1"/>
          <p:nvPr>
            <p:ph idx="9" type="subTitle"/>
          </p:nvPr>
        </p:nvSpPr>
        <p:spPr>
          <a:xfrm>
            <a:off x="2791050" y="4848900"/>
            <a:ext cx="27069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4" name="Google Shape;74;g37bf3141e71_2_11037"/>
          <p:cNvSpPr txBox="1"/>
          <p:nvPr>
            <p:ph idx="13" type="subTitle"/>
          </p:nvPr>
        </p:nvSpPr>
        <p:spPr>
          <a:xfrm>
            <a:off x="7979254" y="2279300"/>
            <a:ext cx="27057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5" name="Google Shape;75;g37bf3141e71_2_11037"/>
          <p:cNvSpPr txBox="1"/>
          <p:nvPr>
            <p:ph idx="14" type="subTitle"/>
          </p:nvPr>
        </p:nvSpPr>
        <p:spPr>
          <a:xfrm>
            <a:off x="7978550" y="3564100"/>
            <a:ext cx="27069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6" name="Google Shape;76;g37bf3141e71_2_11037"/>
          <p:cNvSpPr txBox="1"/>
          <p:nvPr>
            <p:ph idx="15" type="subTitle"/>
          </p:nvPr>
        </p:nvSpPr>
        <p:spPr>
          <a:xfrm>
            <a:off x="7979254" y="4848900"/>
            <a:ext cx="2705700" cy="9801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l">
              <a:lnSpc>
                <a:spcPct val="100000"/>
              </a:lnSpc>
              <a:spcBef>
                <a:spcPts val="0"/>
              </a:spcBef>
              <a:spcAft>
                <a:spcPts val="0"/>
              </a:spcAft>
              <a:buSzPts val="3200"/>
              <a:buFont typeface="Raleway"/>
              <a:buNone/>
              <a:defRPr b="1" sz="3200">
                <a:latin typeface="Raleway"/>
                <a:ea typeface="Raleway"/>
                <a:cs typeface="Raleway"/>
                <a:sym typeface="Raleway"/>
              </a:defRPr>
            </a:lvl2pPr>
            <a:lvl3pPr lvl="2" algn="l">
              <a:lnSpc>
                <a:spcPct val="100000"/>
              </a:lnSpc>
              <a:spcBef>
                <a:spcPts val="0"/>
              </a:spcBef>
              <a:spcAft>
                <a:spcPts val="0"/>
              </a:spcAft>
              <a:buSzPts val="3200"/>
              <a:buFont typeface="Raleway"/>
              <a:buNone/>
              <a:defRPr b="1" sz="3200">
                <a:latin typeface="Raleway"/>
                <a:ea typeface="Raleway"/>
                <a:cs typeface="Raleway"/>
                <a:sym typeface="Raleway"/>
              </a:defRPr>
            </a:lvl3pPr>
            <a:lvl4pPr lvl="3" algn="l">
              <a:lnSpc>
                <a:spcPct val="100000"/>
              </a:lnSpc>
              <a:spcBef>
                <a:spcPts val="0"/>
              </a:spcBef>
              <a:spcAft>
                <a:spcPts val="0"/>
              </a:spcAft>
              <a:buSzPts val="3200"/>
              <a:buFont typeface="Raleway"/>
              <a:buNone/>
              <a:defRPr b="1" sz="3200">
                <a:latin typeface="Raleway"/>
                <a:ea typeface="Raleway"/>
                <a:cs typeface="Raleway"/>
                <a:sym typeface="Raleway"/>
              </a:defRPr>
            </a:lvl4pPr>
            <a:lvl5pPr lvl="4" algn="l">
              <a:lnSpc>
                <a:spcPct val="100000"/>
              </a:lnSpc>
              <a:spcBef>
                <a:spcPts val="0"/>
              </a:spcBef>
              <a:spcAft>
                <a:spcPts val="0"/>
              </a:spcAft>
              <a:buSzPts val="3200"/>
              <a:buFont typeface="Raleway"/>
              <a:buNone/>
              <a:defRPr b="1" sz="3200">
                <a:latin typeface="Raleway"/>
                <a:ea typeface="Raleway"/>
                <a:cs typeface="Raleway"/>
                <a:sym typeface="Raleway"/>
              </a:defRPr>
            </a:lvl5pPr>
            <a:lvl6pPr lvl="5" algn="l">
              <a:lnSpc>
                <a:spcPct val="100000"/>
              </a:lnSpc>
              <a:spcBef>
                <a:spcPts val="0"/>
              </a:spcBef>
              <a:spcAft>
                <a:spcPts val="0"/>
              </a:spcAft>
              <a:buSzPts val="3200"/>
              <a:buFont typeface="Raleway"/>
              <a:buNone/>
              <a:defRPr b="1" sz="3200">
                <a:latin typeface="Raleway"/>
                <a:ea typeface="Raleway"/>
                <a:cs typeface="Raleway"/>
                <a:sym typeface="Raleway"/>
              </a:defRPr>
            </a:lvl6pPr>
            <a:lvl7pPr lvl="6" algn="l">
              <a:lnSpc>
                <a:spcPct val="100000"/>
              </a:lnSpc>
              <a:spcBef>
                <a:spcPts val="0"/>
              </a:spcBef>
              <a:spcAft>
                <a:spcPts val="0"/>
              </a:spcAft>
              <a:buSzPts val="3200"/>
              <a:buFont typeface="Raleway"/>
              <a:buNone/>
              <a:defRPr b="1" sz="3200">
                <a:latin typeface="Raleway"/>
                <a:ea typeface="Raleway"/>
                <a:cs typeface="Raleway"/>
                <a:sym typeface="Raleway"/>
              </a:defRPr>
            </a:lvl7pPr>
            <a:lvl8pPr lvl="7" algn="l">
              <a:lnSpc>
                <a:spcPct val="100000"/>
              </a:lnSpc>
              <a:spcBef>
                <a:spcPts val="0"/>
              </a:spcBef>
              <a:spcAft>
                <a:spcPts val="0"/>
              </a:spcAft>
              <a:buSzPts val="3200"/>
              <a:buFont typeface="Raleway"/>
              <a:buNone/>
              <a:defRPr b="1" sz="3200">
                <a:latin typeface="Raleway"/>
                <a:ea typeface="Raleway"/>
                <a:cs typeface="Raleway"/>
                <a:sym typeface="Raleway"/>
              </a:defRPr>
            </a:lvl8pPr>
            <a:lvl9pPr lvl="8" algn="l">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grpSp>
        <p:nvGrpSpPr>
          <p:cNvPr id="77" name="Google Shape;77;g37bf3141e71_2_11037"/>
          <p:cNvGrpSpPr/>
          <p:nvPr/>
        </p:nvGrpSpPr>
        <p:grpSpPr>
          <a:xfrm flipH="1" rot="10800000">
            <a:off x="1" y="3934383"/>
            <a:ext cx="1858262" cy="2924827"/>
            <a:chOff x="-5" y="3169540"/>
            <a:chExt cx="1254142" cy="1973967"/>
          </a:xfrm>
        </p:grpSpPr>
        <p:sp>
          <p:nvSpPr>
            <p:cNvPr id="78" name="Google Shape;78;g37bf3141e71_2_11037"/>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 name="Google Shape;79;g37bf3141e71_2_11037"/>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 name="Google Shape;80;g37bf3141e71_2_11037"/>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1" name="Google Shape;81;g37bf3141e71_2_11037"/>
          <p:cNvGrpSpPr/>
          <p:nvPr/>
        </p:nvGrpSpPr>
        <p:grpSpPr>
          <a:xfrm flipH="1" rot="10800000">
            <a:off x="9689653" y="-171"/>
            <a:ext cx="2502866" cy="4096739"/>
            <a:chOff x="6808150" y="1320878"/>
            <a:chExt cx="2335852" cy="3823368"/>
          </a:xfrm>
        </p:grpSpPr>
        <p:sp>
          <p:nvSpPr>
            <p:cNvPr id="82" name="Google Shape;82;g37bf3141e71_2_11037"/>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 name="Google Shape;83;g37bf3141e71_2_11037"/>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 name="Google Shape;84;g37bf3141e71_2_11037"/>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5" name="Google Shape;85;g37bf3141e71_2_11037"/>
          <p:cNvGrpSpPr/>
          <p:nvPr/>
        </p:nvGrpSpPr>
        <p:grpSpPr>
          <a:xfrm flipH="1">
            <a:off x="340508" y="226060"/>
            <a:ext cx="492410" cy="986494"/>
            <a:chOff x="8246118" y="539509"/>
            <a:chExt cx="369317" cy="739889"/>
          </a:xfrm>
        </p:grpSpPr>
        <p:sp>
          <p:nvSpPr>
            <p:cNvPr id="86" name="Google Shape;86;g37bf3141e71_2_11037"/>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 name="Google Shape;87;g37bf3141e71_2_11037"/>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8" name="Google Shape;88;g37bf3141e71_2_11037"/>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9" name="Google Shape;89;g37bf3141e71_2_11037"/>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 name="Google Shape;90;g37bf3141e71_2_11037"/>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91" name="Google Shape;91;g37bf3141e71_2_11037"/>
          <p:cNvGrpSpPr/>
          <p:nvPr/>
        </p:nvGrpSpPr>
        <p:grpSpPr>
          <a:xfrm rot="5400000">
            <a:off x="8914664" y="6081245"/>
            <a:ext cx="259130" cy="673311"/>
            <a:chOff x="5025077" y="4050620"/>
            <a:chExt cx="272081" cy="706888"/>
          </a:xfrm>
        </p:grpSpPr>
        <p:sp>
          <p:nvSpPr>
            <p:cNvPr id="92" name="Google Shape;92;g37bf3141e71_2_11037"/>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3" name="Google Shape;93;g37bf3141e71_2_11037"/>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4" name="Google Shape;94;g37bf3141e71_2_11037"/>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5" name="Google Shape;95;g37bf3141e71_2_11037"/>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6" name="Google Shape;96;g37bf3141e71_2_11037"/>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7" name="Google Shape;97;g37bf3141e71_2_11037"/>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8" name="Google Shape;98;g37bf3141e71_2_11037"/>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9" name="Google Shape;99;g37bf3141e71_2_11037"/>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00" name="Google Shape;100;g37bf3141e71_2_11037"/>
          <p:cNvSpPr/>
          <p:nvPr/>
        </p:nvSpPr>
        <p:spPr>
          <a:xfrm flipH="1" rot="10800000">
            <a:off x="11561971" y="4837387"/>
            <a:ext cx="1568100" cy="15765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101" name="Google Shape;101;g37bf3141e71_2_11037"/>
          <p:cNvSpPr/>
          <p:nvPr/>
        </p:nvSpPr>
        <p:spPr>
          <a:xfrm flipH="1" rot="5400000">
            <a:off x="11196386" y="4812388"/>
            <a:ext cx="1626831" cy="1627216"/>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02" name="Shape 102"/>
        <p:cNvGrpSpPr/>
        <p:nvPr/>
      </p:nvGrpSpPr>
      <p:grpSpPr>
        <a:xfrm>
          <a:off x="0" y="0"/>
          <a:ext cx="0" cy="0"/>
          <a:chOff x="0" y="0"/>
          <a:chExt cx="0" cy="0"/>
        </a:xfrm>
      </p:grpSpPr>
      <p:grpSp>
        <p:nvGrpSpPr>
          <p:cNvPr id="103" name="Google Shape;103;g37bf3141e71_2_11227"/>
          <p:cNvGrpSpPr/>
          <p:nvPr/>
        </p:nvGrpSpPr>
        <p:grpSpPr>
          <a:xfrm>
            <a:off x="1" y="0"/>
            <a:ext cx="12191907" cy="6858931"/>
            <a:chOff x="1" y="0"/>
            <a:chExt cx="9144159" cy="5144327"/>
          </a:xfrm>
        </p:grpSpPr>
        <p:grpSp>
          <p:nvGrpSpPr>
            <p:cNvPr id="104" name="Google Shape;104;g37bf3141e71_2_11227"/>
            <p:cNvGrpSpPr/>
            <p:nvPr/>
          </p:nvGrpSpPr>
          <p:grpSpPr>
            <a:xfrm>
              <a:off x="1" y="0"/>
              <a:ext cx="1393728" cy="2193670"/>
              <a:chOff x="-5" y="3169540"/>
              <a:chExt cx="1254142" cy="1973967"/>
            </a:xfrm>
          </p:grpSpPr>
          <p:sp>
            <p:nvSpPr>
              <p:cNvPr id="105" name="Google Shape;105;g37bf3141e71_2_11227"/>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06" name="Google Shape;106;g37bf3141e71_2_11227"/>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07" name="Google Shape;107;g37bf3141e71_2_11227"/>
              <p:cNvSpPr/>
              <p:nvPr/>
            </p:nvSpPr>
            <p:spPr>
              <a:xfrm>
                <a:off x="337033"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08" name="Google Shape;108;g37bf3141e71_2_11227"/>
            <p:cNvGrpSpPr/>
            <p:nvPr/>
          </p:nvGrpSpPr>
          <p:grpSpPr>
            <a:xfrm>
              <a:off x="7267069" y="2071869"/>
              <a:ext cx="1877091" cy="3072458"/>
              <a:chOff x="6808150" y="1320878"/>
              <a:chExt cx="2335852" cy="3823368"/>
            </a:xfrm>
          </p:grpSpPr>
          <p:sp>
            <p:nvSpPr>
              <p:cNvPr id="109" name="Google Shape;109;g37bf3141e71_2_11227"/>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0" name="Google Shape;110;g37bf3141e71_2_11227"/>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1" name="Google Shape;111;g37bf3141e71_2_11227"/>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grpSp>
        <p:nvGrpSpPr>
          <p:cNvPr id="112" name="Google Shape;112;g37bf3141e71_2_11227"/>
          <p:cNvGrpSpPr/>
          <p:nvPr/>
        </p:nvGrpSpPr>
        <p:grpSpPr>
          <a:xfrm rot="10800000">
            <a:off x="340508" y="5645456"/>
            <a:ext cx="492410" cy="986494"/>
            <a:chOff x="8246118" y="539509"/>
            <a:chExt cx="369317" cy="739889"/>
          </a:xfrm>
        </p:grpSpPr>
        <p:sp>
          <p:nvSpPr>
            <p:cNvPr id="113" name="Google Shape;113;g37bf3141e71_2_11227"/>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4" name="Google Shape;114;g37bf3141e71_2_11227"/>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5" name="Google Shape;115;g37bf3141e71_2_11227"/>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6" name="Google Shape;116;g37bf3141e71_2_11227"/>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17" name="Google Shape;117;g37bf3141e71_2_11227"/>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18" name="Google Shape;118;g37bf3141e71_2_11227"/>
          <p:cNvGrpSpPr/>
          <p:nvPr/>
        </p:nvGrpSpPr>
        <p:grpSpPr>
          <a:xfrm>
            <a:off x="-1031203" y="3672373"/>
            <a:ext cx="1863820" cy="1626790"/>
            <a:chOff x="-773421" y="2754348"/>
            <a:chExt cx="1397901" cy="1220123"/>
          </a:xfrm>
        </p:grpSpPr>
        <p:sp>
          <p:nvSpPr>
            <p:cNvPr id="119" name="Google Shape;119;g37bf3141e71_2_11227"/>
            <p:cNvSpPr/>
            <p:nvPr/>
          </p:nvSpPr>
          <p:spPr>
            <a:xfrm rot="10800000">
              <a:off x="-773421" y="2773028"/>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120" name="Google Shape;120;g37bf3141e71_2_11227"/>
            <p:cNvSpPr/>
            <p:nvPr/>
          </p:nvSpPr>
          <p:spPr>
            <a:xfrm rot="-5400000">
              <a:off x="-595788" y="2754204"/>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21" name="Google Shape;121;g37bf3141e71_2_11227"/>
          <p:cNvGrpSpPr/>
          <p:nvPr/>
        </p:nvGrpSpPr>
        <p:grpSpPr>
          <a:xfrm rot="5400000">
            <a:off x="8914664" y="6081245"/>
            <a:ext cx="259130" cy="673311"/>
            <a:chOff x="5025077" y="4050620"/>
            <a:chExt cx="272081" cy="706888"/>
          </a:xfrm>
        </p:grpSpPr>
        <p:sp>
          <p:nvSpPr>
            <p:cNvPr id="122" name="Google Shape;122;g37bf3141e71_2_11227"/>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3" name="Google Shape;123;g37bf3141e71_2_11227"/>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4" name="Google Shape;124;g37bf3141e71_2_11227"/>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5" name="Google Shape;125;g37bf3141e71_2_11227"/>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6" name="Google Shape;126;g37bf3141e71_2_11227"/>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7" name="Google Shape;127;g37bf3141e71_2_11227"/>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8" name="Google Shape;128;g37bf3141e71_2_11227"/>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29" name="Google Shape;129;g37bf3141e71_2_11227"/>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30" name="Google Shape;130;g37bf3141e71_2_11227"/>
          <p:cNvGrpSpPr/>
          <p:nvPr/>
        </p:nvGrpSpPr>
        <p:grpSpPr>
          <a:xfrm rot="5400000">
            <a:off x="11297926" y="316345"/>
            <a:ext cx="832814" cy="634337"/>
            <a:chOff x="6106825" y="306089"/>
            <a:chExt cx="1035194" cy="788486"/>
          </a:xfrm>
        </p:grpSpPr>
        <p:sp>
          <p:nvSpPr>
            <p:cNvPr id="131" name="Google Shape;131;g37bf3141e71_2_11227"/>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2" name="Google Shape;132;g37bf3141e71_2_11227"/>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3" name="Google Shape;133;g37bf3141e71_2_11227"/>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4" name="Google Shape;134;g37bf3141e71_2_11227"/>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5" name="Google Shape;135;g37bf3141e71_2_11227"/>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6" name="Google Shape;136;g37bf3141e71_2_11227"/>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7" name="Google Shape;137;g37bf3141e71_2_11227"/>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8" name="Google Shape;138;g37bf3141e71_2_11227"/>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39" name="Google Shape;139;g37bf3141e71_2_11227"/>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0" name="Google Shape;140;g37bf3141e71_2_11227"/>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1" name="Google Shape;141;g37bf3141e71_2_11227"/>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2" name="Google Shape;142;g37bf3141e71_2_11227"/>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3" name="Google Shape;143;g37bf3141e71_2_11227"/>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4" name="Google Shape;144;g37bf3141e71_2_11227"/>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5" name="Google Shape;145;g37bf3141e71_2_11227"/>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6" name="Google Shape;146;g37bf3141e71_2_11227"/>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7" name="Google Shape;147;g37bf3141e71_2_11227"/>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8" name="Google Shape;148;g37bf3141e71_2_11227"/>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49" name="Google Shape;149;g37bf3141e71_2_11227"/>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50" name="Google Shape;150;g37bf3141e71_2_11227"/>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51" name="Google Shape;151;g37bf3141e71_2_11227"/>
          <p:cNvSpPr txBox="1"/>
          <p:nvPr>
            <p:ph type="title"/>
          </p:nvPr>
        </p:nvSpPr>
        <p:spPr>
          <a:xfrm>
            <a:off x="963168" y="719333"/>
            <a:ext cx="10278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 name="Shape 152"/>
        <p:cNvGrpSpPr/>
        <p:nvPr/>
      </p:nvGrpSpPr>
      <p:grpSpPr>
        <a:xfrm>
          <a:off x="0" y="0"/>
          <a:ext cx="0" cy="0"/>
          <a:chOff x="0" y="0"/>
          <a:chExt cx="0" cy="0"/>
        </a:xfrm>
      </p:grpSpPr>
      <p:grpSp>
        <p:nvGrpSpPr>
          <p:cNvPr id="153" name="Google Shape;153;g37bf3141e71_2_10917"/>
          <p:cNvGrpSpPr/>
          <p:nvPr/>
        </p:nvGrpSpPr>
        <p:grpSpPr>
          <a:xfrm>
            <a:off x="1" y="-105"/>
            <a:ext cx="1858262" cy="2924827"/>
            <a:chOff x="-5" y="3169540"/>
            <a:chExt cx="1254142" cy="1973967"/>
          </a:xfrm>
        </p:grpSpPr>
        <p:sp>
          <p:nvSpPr>
            <p:cNvPr id="154" name="Google Shape;154;g37bf3141e71_2_10917"/>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55" name="Google Shape;155;g37bf3141e71_2_10917"/>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56" name="Google Shape;156;g37bf3141e71_2_10917"/>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57" name="Google Shape;157;g37bf3141e71_2_10917"/>
          <p:cNvGrpSpPr/>
          <p:nvPr/>
        </p:nvGrpSpPr>
        <p:grpSpPr>
          <a:xfrm>
            <a:off x="9689653" y="2762537"/>
            <a:ext cx="2502866" cy="4096739"/>
            <a:chOff x="6808150" y="1320878"/>
            <a:chExt cx="2335852" cy="3823368"/>
          </a:xfrm>
        </p:grpSpPr>
        <p:sp>
          <p:nvSpPr>
            <p:cNvPr id="158" name="Google Shape;158;g37bf3141e71_2_10917"/>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59" name="Google Shape;159;g37bf3141e71_2_10917"/>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0" name="Google Shape;160;g37bf3141e71_2_10917"/>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61" name="Google Shape;161;g37bf3141e71_2_10917"/>
          <p:cNvGrpSpPr/>
          <p:nvPr/>
        </p:nvGrpSpPr>
        <p:grpSpPr>
          <a:xfrm rot="10800000">
            <a:off x="340508" y="5645456"/>
            <a:ext cx="492410" cy="986494"/>
            <a:chOff x="8246118" y="539509"/>
            <a:chExt cx="369317" cy="739889"/>
          </a:xfrm>
        </p:grpSpPr>
        <p:sp>
          <p:nvSpPr>
            <p:cNvPr id="162" name="Google Shape;162;g37bf3141e71_2_10917"/>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3" name="Google Shape;163;g37bf3141e71_2_10917"/>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4" name="Google Shape;164;g37bf3141e71_2_10917"/>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5" name="Google Shape;165;g37bf3141e71_2_10917"/>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6" name="Google Shape;166;g37bf3141e71_2_10917"/>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67" name="Google Shape;167;g37bf3141e71_2_10917"/>
          <p:cNvGrpSpPr/>
          <p:nvPr/>
        </p:nvGrpSpPr>
        <p:grpSpPr>
          <a:xfrm rot="5400000">
            <a:off x="11297926" y="1796078"/>
            <a:ext cx="832814" cy="634337"/>
            <a:chOff x="6106825" y="306089"/>
            <a:chExt cx="1035194" cy="788486"/>
          </a:xfrm>
        </p:grpSpPr>
        <p:sp>
          <p:nvSpPr>
            <p:cNvPr id="168" name="Google Shape;168;g37bf3141e71_2_10917"/>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9" name="Google Shape;169;g37bf3141e71_2_10917"/>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0" name="Google Shape;170;g37bf3141e71_2_10917"/>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1" name="Google Shape;171;g37bf3141e71_2_10917"/>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2" name="Google Shape;172;g37bf3141e71_2_10917"/>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3" name="Google Shape;173;g37bf3141e71_2_10917"/>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4" name="Google Shape;174;g37bf3141e71_2_10917"/>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5" name="Google Shape;175;g37bf3141e71_2_10917"/>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6" name="Google Shape;176;g37bf3141e71_2_10917"/>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7" name="Google Shape;177;g37bf3141e71_2_10917"/>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8" name="Google Shape;178;g37bf3141e71_2_10917"/>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9" name="Google Shape;179;g37bf3141e71_2_10917"/>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0" name="Google Shape;180;g37bf3141e71_2_10917"/>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1" name="Google Shape;181;g37bf3141e71_2_10917"/>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2" name="Google Shape;182;g37bf3141e71_2_10917"/>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3" name="Google Shape;183;g37bf3141e71_2_10917"/>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4" name="Google Shape;184;g37bf3141e71_2_10917"/>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5" name="Google Shape;185;g37bf3141e71_2_10917"/>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6" name="Google Shape;186;g37bf3141e71_2_10917"/>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7" name="Google Shape;187;g37bf3141e71_2_10917"/>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188" name="Google Shape;188;g37bf3141e71_2_10917"/>
          <p:cNvGrpSpPr/>
          <p:nvPr/>
        </p:nvGrpSpPr>
        <p:grpSpPr>
          <a:xfrm>
            <a:off x="-1623947" y="3107718"/>
            <a:ext cx="2259993" cy="2250303"/>
            <a:chOff x="5010334" y="-947702"/>
            <a:chExt cx="1842636" cy="1834885"/>
          </a:xfrm>
        </p:grpSpPr>
        <p:sp>
          <p:nvSpPr>
            <p:cNvPr id="189" name="Google Shape;189;g37bf3141e71_2_10917"/>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0" name="Google Shape;190;g37bf3141e71_2_10917"/>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1" name="Google Shape;191;g37bf3141e71_2_10917"/>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92" name="Google Shape;192;g37bf3141e71_2_10917"/>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193" name="Shape 193"/>
        <p:cNvGrpSpPr/>
        <p:nvPr/>
      </p:nvGrpSpPr>
      <p:grpSpPr>
        <a:xfrm>
          <a:off x="0" y="0"/>
          <a:ext cx="0" cy="0"/>
          <a:chOff x="0" y="0"/>
          <a:chExt cx="0" cy="0"/>
        </a:xfrm>
      </p:grpSpPr>
      <p:grpSp>
        <p:nvGrpSpPr>
          <p:cNvPr id="194" name="Google Shape;194;g37bf3141e71_2_11179"/>
          <p:cNvGrpSpPr/>
          <p:nvPr/>
        </p:nvGrpSpPr>
        <p:grpSpPr>
          <a:xfrm>
            <a:off x="10873146" y="226060"/>
            <a:ext cx="492410" cy="986494"/>
            <a:chOff x="8246118" y="539509"/>
            <a:chExt cx="369317" cy="739889"/>
          </a:xfrm>
        </p:grpSpPr>
        <p:sp>
          <p:nvSpPr>
            <p:cNvPr id="195" name="Google Shape;195;g37bf3141e71_2_11179"/>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6" name="Google Shape;196;g37bf3141e71_2_11179"/>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7" name="Google Shape;197;g37bf3141e71_2_11179"/>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8" name="Google Shape;198;g37bf3141e71_2_11179"/>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9" name="Google Shape;199;g37bf3141e71_2_11179"/>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00" name="Google Shape;200;g37bf3141e71_2_11179"/>
          <p:cNvGrpSpPr/>
          <p:nvPr/>
        </p:nvGrpSpPr>
        <p:grpSpPr>
          <a:xfrm>
            <a:off x="342017" y="1822865"/>
            <a:ext cx="259130" cy="673311"/>
            <a:chOff x="5025077" y="4050620"/>
            <a:chExt cx="272081" cy="706888"/>
          </a:xfrm>
        </p:grpSpPr>
        <p:sp>
          <p:nvSpPr>
            <p:cNvPr id="201" name="Google Shape;201;g37bf3141e71_2_11179"/>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2" name="Google Shape;202;g37bf3141e71_2_11179"/>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3" name="Google Shape;203;g37bf3141e71_2_11179"/>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4" name="Google Shape;204;g37bf3141e71_2_11179"/>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5" name="Google Shape;205;g37bf3141e71_2_11179"/>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6" name="Google Shape;206;g37bf3141e71_2_11179"/>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7" name="Google Shape;207;g37bf3141e71_2_11179"/>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8" name="Google Shape;208;g37bf3141e71_2_11179"/>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09" name="Google Shape;209;g37bf3141e71_2_11179"/>
          <p:cNvGrpSpPr/>
          <p:nvPr/>
        </p:nvGrpSpPr>
        <p:grpSpPr>
          <a:xfrm>
            <a:off x="9766682" y="402142"/>
            <a:ext cx="832814" cy="634337"/>
            <a:chOff x="6106825" y="306089"/>
            <a:chExt cx="1035194" cy="788486"/>
          </a:xfrm>
        </p:grpSpPr>
        <p:sp>
          <p:nvSpPr>
            <p:cNvPr id="210" name="Google Shape;210;g37bf3141e71_2_11179"/>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1" name="Google Shape;211;g37bf3141e71_2_11179"/>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2" name="Google Shape;212;g37bf3141e71_2_11179"/>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3" name="Google Shape;213;g37bf3141e71_2_11179"/>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4" name="Google Shape;214;g37bf3141e71_2_11179"/>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5" name="Google Shape;215;g37bf3141e71_2_11179"/>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6" name="Google Shape;216;g37bf3141e71_2_11179"/>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7" name="Google Shape;217;g37bf3141e71_2_11179"/>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8" name="Google Shape;218;g37bf3141e71_2_11179"/>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9" name="Google Shape;219;g37bf3141e71_2_11179"/>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0" name="Google Shape;220;g37bf3141e71_2_11179"/>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1" name="Google Shape;221;g37bf3141e71_2_11179"/>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2" name="Google Shape;222;g37bf3141e71_2_11179"/>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3" name="Google Shape;223;g37bf3141e71_2_11179"/>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4" name="Google Shape;224;g37bf3141e71_2_11179"/>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5" name="Google Shape;225;g37bf3141e71_2_11179"/>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6" name="Google Shape;226;g37bf3141e71_2_11179"/>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7" name="Google Shape;227;g37bf3141e71_2_11179"/>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8" name="Google Shape;228;g37bf3141e71_2_11179"/>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9" name="Google Shape;229;g37bf3141e71_2_11179"/>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30" name="Google Shape;230;g37bf3141e71_2_11179"/>
          <p:cNvSpPr txBox="1"/>
          <p:nvPr>
            <p:ph idx="1" type="subTitle"/>
          </p:nvPr>
        </p:nvSpPr>
        <p:spPr>
          <a:xfrm>
            <a:off x="951000" y="1446900"/>
            <a:ext cx="10290000" cy="28776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accent1"/>
              </a:buClr>
              <a:buSzPts val="1600"/>
              <a:buChar char="●"/>
              <a:defRPr sz="1500"/>
            </a:lvl1pPr>
            <a:lvl2pPr lvl="1" algn="ctr">
              <a:lnSpc>
                <a:spcPct val="100000"/>
              </a:lnSpc>
              <a:spcBef>
                <a:spcPts val="0"/>
              </a:spcBef>
              <a:spcAft>
                <a:spcPts val="0"/>
              </a:spcAft>
              <a:buSzPts val="1600"/>
              <a:buChar char="○"/>
              <a:defRPr/>
            </a:lvl2pPr>
            <a:lvl3pPr lvl="2" algn="ctr">
              <a:lnSpc>
                <a:spcPct val="100000"/>
              </a:lnSpc>
              <a:spcBef>
                <a:spcPts val="0"/>
              </a:spcBef>
              <a:spcAft>
                <a:spcPts val="0"/>
              </a:spcAft>
              <a:buSzPts val="1600"/>
              <a:buChar char="■"/>
              <a:defRPr/>
            </a:lvl3pPr>
            <a:lvl4pPr lvl="3" algn="ctr">
              <a:lnSpc>
                <a:spcPct val="100000"/>
              </a:lnSpc>
              <a:spcBef>
                <a:spcPts val="0"/>
              </a:spcBef>
              <a:spcAft>
                <a:spcPts val="0"/>
              </a:spcAft>
              <a:buSzPts val="1600"/>
              <a:buChar char="●"/>
              <a:defRPr/>
            </a:lvl4pPr>
            <a:lvl5pPr lvl="4" algn="ctr">
              <a:lnSpc>
                <a:spcPct val="100000"/>
              </a:lnSpc>
              <a:spcBef>
                <a:spcPts val="0"/>
              </a:spcBef>
              <a:spcAft>
                <a:spcPts val="0"/>
              </a:spcAft>
              <a:buSzPts val="1600"/>
              <a:buChar char="○"/>
              <a:defRPr/>
            </a:lvl5pPr>
            <a:lvl6pPr lvl="5" algn="ctr">
              <a:lnSpc>
                <a:spcPct val="100000"/>
              </a:lnSpc>
              <a:spcBef>
                <a:spcPts val="0"/>
              </a:spcBef>
              <a:spcAft>
                <a:spcPts val="0"/>
              </a:spcAft>
              <a:buSzPts val="1600"/>
              <a:buChar char="■"/>
              <a:defRPr/>
            </a:lvl6pPr>
            <a:lvl7pPr lvl="6" algn="ctr">
              <a:lnSpc>
                <a:spcPct val="100000"/>
              </a:lnSpc>
              <a:spcBef>
                <a:spcPts val="0"/>
              </a:spcBef>
              <a:spcAft>
                <a:spcPts val="0"/>
              </a:spcAft>
              <a:buSzPts val="1600"/>
              <a:buChar char="●"/>
              <a:defRPr/>
            </a:lvl7pPr>
            <a:lvl8pPr lvl="7" algn="ctr">
              <a:lnSpc>
                <a:spcPct val="100000"/>
              </a:lnSpc>
              <a:spcBef>
                <a:spcPts val="0"/>
              </a:spcBef>
              <a:spcAft>
                <a:spcPts val="0"/>
              </a:spcAft>
              <a:buSzPts val="1600"/>
              <a:buChar char="○"/>
              <a:defRPr/>
            </a:lvl8pPr>
            <a:lvl9pPr lvl="8" algn="ctr">
              <a:lnSpc>
                <a:spcPct val="100000"/>
              </a:lnSpc>
              <a:spcBef>
                <a:spcPts val="0"/>
              </a:spcBef>
              <a:spcAft>
                <a:spcPts val="0"/>
              </a:spcAft>
              <a:buSzPts val="1600"/>
              <a:buChar char="■"/>
              <a:defRPr/>
            </a:lvl9pPr>
          </a:lstStyle>
          <a:p/>
        </p:txBody>
      </p:sp>
      <p:sp>
        <p:nvSpPr>
          <p:cNvPr id="231" name="Google Shape;231;g37bf3141e71_2_11179"/>
          <p:cNvSpPr txBox="1"/>
          <p:nvPr>
            <p:ph type="title"/>
          </p:nvPr>
        </p:nvSpPr>
        <p:spPr>
          <a:xfrm>
            <a:off x="963168" y="719333"/>
            <a:ext cx="10278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grpSp>
        <p:nvGrpSpPr>
          <p:cNvPr id="232" name="Google Shape;232;g37bf3141e71_2_11179"/>
          <p:cNvGrpSpPr/>
          <p:nvPr/>
        </p:nvGrpSpPr>
        <p:grpSpPr>
          <a:xfrm>
            <a:off x="1" y="0"/>
            <a:ext cx="12191907" cy="6858931"/>
            <a:chOff x="1" y="0"/>
            <a:chExt cx="9144159" cy="5144327"/>
          </a:xfrm>
        </p:grpSpPr>
        <p:grpSp>
          <p:nvGrpSpPr>
            <p:cNvPr id="233" name="Google Shape;233;g37bf3141e71_2_11179"/>
            <p:cNvGrpSpPr/>
            <p:nvPr/>
          </p:nvGrpSpPr>
          <p:grpSpPr>
            <a:xfrm>
              <a:off x="1" y="0"/>
              <a:ext cx="1393728" cy="2193670"/>
              <a:chOff x="-5" y="3169540"/>
              <a:chExt cx="1254142" cy="1973967"/>
            </a:xfrm>
          </p:grpSpPr>
          <p:sp>
            <p:nvSpPr>
              <p:cNvPr id="234" name="Google Shape;234;g37bf3141e71_2_11179"/>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5" name="Google Shape;235;g37bf3141e71_2_11179"/>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6" name="Google Shape;236;g37bf3141e71_2_11179"/>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37" name="Google Shape;237;g37bf3141e71_2_11179"/>
            <p:cNvGrpSpPr/>
            <p:nvPr/>
          </p:nvGrpSpPr>
          <p:grpSpPr>
            <a:xfrm>
              <a:off x="7267069" y="2071869"/>
              <a:ext cx="1877091" cy="3072458"/>
              <a:chOff x="6808150" y="1320878"/>
              <a:chExt cx="2335852" cy="3823368"/>
            </a:xfrm>
          </p:grpSpPr>
          <p:sp>
            <p:nvSpPr>
              <p:cNvPr id="238" name="Google Shape;238;g37bf3141e71_2_11179"/>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9" name="Google Shape;239;g37bf3141e71_2_11179"/>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40" name="Google Shape;240;g37bf3141e71_2_11179"/>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1" name="Shape 241"/>
        <p:cNvGrpSpPr/>
        <p:nvPr/>
      </p:nvGrpSpPr>
      <p:grpSpPr>
        <a:xfrm>
          <a:off x="0" y="0"/>
          <a:ext cx="0" cy="0"/>
          <a:chOff x="0" y="0"/>
          <a:chExt cx="0" cy="0"/>
        </a:xfrm>
      </p:grpSpPr>
      <p:sp>
        <p:nvSpPr>
          <p:cNvPr id="242" name="Google Shape;242;g37bf3141e71_2_10790"/>
          <p:cNvSpPr txBox="1"/>
          <p:nvPr>
            <p:ph type="title"/>
          </p:nvPr>
        </p:nvSpPr>
        <p:spPr>
          <a:xfrm>
            <a:off x="5701033" y="3157800"/>
            <a:ext cx="4484100" cy="20712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800"/>
              <a:buNone/>
              <a:defRPr sz="6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3" name="Google Shape;243;g37bf3141e71_2_10790"/>
          <p:cNvSpPr txBox="1"/>
          <p:nvPr>
            <p:ph idx="2" type="title"/>
          </p:nvPr>
        </p:nvSpPr>
        <p:spPr>
          <a:xfrm>
            <a:off x="5701033" y="1832200"/>
            <a:ext cx="1776900" cy="1122300"/>
          </a:xfrm>
          <a:prstGeom prst="rect">
            <a:avLst/>
          </a:prstGeom>
          <a:solidFill>
            <a:schemeClr val="lt2"/>
          </a:solid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chemeClr val="lt1"/>
              </a:buClr>
              <a:buSzPts val="8000"/>
              <a:buNone/>
              <a:defRPr b="0" sz="8000"/>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p:txBody>
      </p:sp>
      <p:sp>
        <p:nvSpPr>
          <p:cNvPr id="244" name="Google Shape;244;g37bf3141e71_2_10790"/>
          <p:cNvSpPr/>
          <p:nvPr>
            <p:ph idx="3" type="pic"/>
          </p:nvPr>
        </p:nvSpPr>
        <p:spPr>
          <a:xfrm>
            <a:off x="1055815" y="617733"/>
            <a:ext cx="3680700" cy="5419200"/>
          </a:xfrm>
          <a:prstGeom prst="round2SameRect">
            <a:avLst>
              <a:gd fmla="val 16667" name="adj1"/>
              <a:gd fmla="val 0" name="adj2"/>
            </a:avLst>
          </a:prstGeom>
          <a:noFill/>
          <a:ln>
            <a:noFill/>
          </a:ln>
        </p:spPr>
      </p:sp>
      <p:grpSp>
        <p:nvGrpSpPr>
          <p:cNvPr id="245" name="Google Shape;245;g37bf3141e71_2_10790"/>
          <p:cNvGrpSpPr/>
          <p:nvPr/>
        </p:nvGrpSpPr>
        <p:grpSpPr>
          <a:xfrm rot="10800000">
            <a:off x="43" y="3933272"/>
            <a:ext cx="1858262" cy="2924827"/>
            <a:chOff x="-5" y="3169540"/>
            <a:chExt cx="1254142" cy="1973967"/>
          </a:xfrm>
        </p:grpSpPr>
        <p:sp>
          <p:nvSpPr>
            <p:cNvPr id="246" name="Google Shape;246;g37bf3141e71_2_10790"/>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47" name="Google Shape;247;g37bf3141e71_2_10790"/>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48" name="Google Shape;248;g37bf3141e71_2_10790"/>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49" name="Google Shape;249;g37bf3141e71_2_10790"/>
          <p:cNvGrpSpPr/>
          <p:nvPr/>
        </p:nvGrpSpPr>
        <p:grpSpPr>
          <a:xfrm>
            <a:off x="8936145" y="2120477"/>
            <a:ext cx="3254528" cy="4735043"/>
            <a:chOff x="6808150" y="1320878"/>
            <a:chExt cx="2335841" cy="3705331"/>
          </a:xfrm>
        </p:grpSpPr>
        <p:sp>
          <p:nvSpPr>
            <p:cNvPr id="250" name="Google Shape;250;g37bf3141e71_2_10790"/>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1" name="Google Shape;251;g37bf3141e71_2_10790"/>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2" name="Google Shape;252;g37bf3141e71_2_10790"/>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53" name="Google Shape;253;g37bf3141e71_2_10790"/>
          <p:cNvGrpSpPr/>
          <p:nvPr/>
        </p:nvGrpSpPr>
        <p:grpSpPr>
          <a:xfrm>
            <a:off x="10377086" y="-405832"/>
            <a:ext cx="2259993" cy="2250303"/>
            <a:chOff x="5010334" y="-947702"/>
            <a:chExt cx="1842636" cy="1834885"/>
          </a:xfrm>
        </p:grpSpPr>
        <p:sp>
          <p:nvSpPr>
            <p:cNvPr id="254" name="Google Shape;254;g37bf3141e71_2_10790"/>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5" name="Google Shape;255;g37bf3141e71_2_10790"/>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6" name="Google Shape;256;g37bf3141e71_2_10790"/>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57" name="Google Shape;257;g37bf3141e71_2_10790"/>
          <p:cNvGrpSpPr/>
          <p:nvPr/>
        </p:nvGrpSpPr>
        <p:grpSpPr>
          <a:xfrm>
            <a:off x="11130035" y="3713727"/>
            <a:ext cx="492410" cy="986494"/>
            <a:chOff x="8246118" y="539509"/>
            <a:chExt cx="369317" cy="739889"/>
          </a:xfrm>
        </p:grpSpPr>
        <p:sp>
          <p:nvSpPr>
            <p:cNvPr id="258" name="Google Shape;258;g37bf3141e71_2_10790"/>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59" name="Google Shape;259;g37bf3141e71_2_10790"/>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0" name="Google Shape;260;g37bf3141e71_2_10790"/>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1" name="Google Shape;261;g37bf3141e71_2_10790"/>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2" name="Google Shape;262;g37bf3141e71_2_10790"/>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63" name="Google Shape;263;g37bf3141e71_2_10790"/>
          <p:cNvGrpSpPr/>
          <p:nvPr/>
        </p:nvGrpSpPr>
        <p:grpSpPr>
          <a:xfrm rot="5400000">
            <a:off x="821564" y="-12422"/>
            <a:ext cx="259130" cy="673311"/>
            <a:chOff x="5025077" y="4050620"/>
            <a:chExt cx="272081" cy="706888"/>
          </a:xfrm>
        </p:grpSpPr>
        <p:sp>
          <p:nvSpPr>
            <p:cNvPr id="264" name="Google Shape;264;g37bf3141e71_2_10790"/>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5" name="Google Shape;265;g37bf3141e71_2_10790"/>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6" name="Google Shape;266;g37bf3141e71_2_10790"/>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7" name="Google Shape;267;g37bf3141e71_2_10790"/>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8" name="Google Shape;268;g37bf3141e71_2_10790"/>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69" name="Google Shape;269;g37bf3141e71_2_10790"/>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70" name="Google Shape;270;g37bf3141e71_2_10790"/>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71" name="Google Shape;271;g37bf3141e71_2_10790"/>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2" name="Shape 272"/>
        <p:cNvGrpSpPr/>
        <p:nvPr/>
      </p:nvGrpSpPr>
      <p:grpSpPr>
        <a:xfrm>
          <a:off x="0" y="0"/>
          <a:ext cx="0" cy="0"/>
          <a:chOff x="0" y="0"/>
          <a:chExt cx="0" cy="0"/>
        </a:xfrm>
      </p:grpSpPr>
      <p:sp>
        <p:nvSpPr>
          <p:cNvPr id="273" name="Google Shape;273;g37bf3141e71_2_10821"/>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274" name="Google Shape;274;g37bf3141e71_2_10821"/>
          <p:cNvSpPr txBox="1"/>
          <p:nvPr>
            <p:ph idx="1" type="body"/>
          </p:nvPr>
        </p:nvSpPr>
        <p:spPr>
          <a:xfrm>
            <a:off x="960000" y="1426901"/>
            <a:ext cx="10272000" cy="4791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Font typeface="Nunito Light"/>
              <a:buChar char="●"/>
              <a:defRPr/>
            </a:lvl1pPr>
            <a:lvl2pPr indent="-330200" lvl="1" marL="914400" algn="l">
              <a:lnSpc>
                <a:spcPct val="100000"/>
              </a:lnSpc>
              <a:spcBef>
                <a:spcPts val="0"/>
              </a:spcBef>
              <a:spcAft>
                <a:spcPts val="0"/>
              </a:spcAft>
              <a:buSzPts val="1600"/>
              <a:buFont typeface="Nunito Light"/>
              <a:buChar char="○"/>
              <a:defRPr/>
            </a:lvl2pPr>
            <a:lvl3pPr indent="-330200" lvl="2" marL="1371600" algn="l">
              <a:lnSpc>
                <a:spcPct val="100000"/>
              </a:lnSpc>
              <a:spcBef>
                <a:spcPts val="0"/>
              </a:spcBef>
              <a:spcAft>
                <a:spcPts val="0"/>
              </a:spcAft>
              <a:buSzPts val="1600"/>
              <a:buFont typeface="Nunito Light"/>
              <a:buChar char="■"/>
              <a:defRPr/>
            </a:lvl3pPr>
            <a:lvl4pPr indent="-330200" lvl="3" marL="1828800" algn="l">
              <a:lnSpc>
                <a:spcPct val="100000"/>
              </a:lnSpc>
              <a:spcBef>
                <a:spcPts val="0"/>
              </a:spcBef>
              <a:spcAft>
                <a:spcPts val="0"/>
              </a:spcAft>
              <a:buSzPts val="1600"/>
              <a:buFont typeface="Nunito Light"/>
              <a:buChar char="●"/>
              <a:defRPr/>
            </a:lvl4pPr>
            <a:lvl5pPr indent="-330200" lvl="4" marL="2286000" algn="l">
              <a:lnSpc>
                <a:spcPct val="100000"/>
              </a:lnSpc>
              <a:spcBef>
                <a:spcPts val="0"/>
              </a:spcBef>
              <a:spcAft>
                <a:spcPts val="0"/>
              </a:spcAft>
              <a:buSzPts val="1600"/>
              <a:buFont typeface="Nunito Light"/>
              <a:buChar char="○"/>
              <a:defRPr/>
            </a:lvl5pPr>
            <a:lvl6pPr indent="-330200" lvl="5" marL="2743200" algn="l">
              <a:lnSpc>
                <a:spcPct val="100000"/>
              </a:lnSpc>
              <a:spcBef>
                <a:spcPts val="0"/>
              </a:spcBef>
              <a:spcAft>
                <a:spcPts val="0"/>
              </a:spcAft>
              <a:buSzPts val="1600"/>
              <a:buFont typeface="Nunito Light"/>
              <a:buChar char="■"/>
              <a:defRPr/>
            </a:lvl6pPr>
            <a:lvl7pPr indent="-330200" lvl="6" marL="3200400" algn="l">
              <a:lnSpc>
                <a:spcPct val="100000"/>
              </a:lnSpc>
              <a:spcBef>
                <a:spcPts val="0"/>
              </a:spcBef>
              <a:spcAft>
                <a:spcPts val="0"/>
              </a:spcAft>
              <a:buSzPts val="1600"/>
              <a:buFont typeface="Nunito Light"/>
              <a:buChar char="●"/>
              <a:defRPr/>
            </a:lvl7pPr>
            <a:lvl8pPr indent="-330200" lvl="7" marL="3657600" algn="l">
              <a:lnSpc>
                <a:spcPct val="100000"/>
              </a:lnSpc>
              <a:spcBef>
                <a:spcPts val="0"/>
              </a:spcBef>
              <a:spcAft>
                <a:spcPts val="0"/>
              </a:spcAft>
              <a:buSzPts val="1600"/>
              <a:buFont typeface="Nunito Light"/>
              <a:buChar char="○"/>
              <a:defRPr/>
            </a:lvl8pPr>
            <a:lvl9pPr indent="-330200" lvl="8" marL="4114800" algn="l">
              <a:lnSpc>
                <a:spcPct val="100000"/>
              </a:lnSpc>
              <a:spcBef>
                <a:spcPts val="0"/>
              </a:spcBef>
              <a:spcAft>
                <a:spcPts val="0"/>
              </a:spcAft>
              <a:buSzPts val="1600"/>
              <a:buFont typeface="Nunito Light"/>
              <a:buChar char="■"/>
              <a:defRPr/>
            </a:lvl9pPr>
          </a:lstStyle>
          <a:p/>
        </p:txBody>
      </p:sp>
      <p:grpSp>
        <p:nvGrpSpPr>
          <p:cNvPr id="275" name="Google Shape;275;g37bf3141e71_2_10821"/>
          <p:cNvGrpSpPr/>
          <p:nvPr/>
        </p:nvGrpSpPr>
        <p:grpSpPr>
          <a:xfrm>
            <a:off x="1" y="-105"/>
            <a:ext cx="1858262" cy="2924827"/>
            <a:chOff x="-5" y="3169540"/>
            <a:chExt cx="1254142" cy="1973967"/>
          </a:xfrm>
        </p:grpSpPr>
        <p:sp>
          <p:nvSpPr>
            <p:cNvPr id="276" name="Google Shape;276;g37bf3141e71_2_10821"/>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77" name="Google Shape;277;g37bf3141e71_2_10821"/>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78" name="Google Shape;278;g37bf3141e71_2_10821"/>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79" name="Google Shape;279;g37bf3141e71_2_10821"/>
          <p:cNvGrpSpPr/>
          <p:nvPr/>
        </p:nvGrpSpPr>
        <p:grpSpPr>
          <a:xfrm>
            <a:off x="9689653" y="2762537"/>
            <a:ext cx="2502866" cy="4096739"/>
            <a:chOff x="6808150" y="1320878"/>
            <a:chExt cx="2335852" cy="3823368"/>
          </a:xfrm>
        </p:grpSpPr>
        <p:sp>
          <p:nvSpPr>
            <p:cNvPr id="280" name="Google Shape;280;g37bf3141e71_2_10821"/>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1" name="Google Shape;281;g37bf3141e71_2_10821"/>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2" name="Google Shape;282;g37bf3141e71_2_10821"/>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83" name="Google Shape;283;g37bf3141e71_2_10821"/>
          <p:cNvGrpSpPr/>
          <p:nvPr/>
        </p:nvGrpSpPr>
        <p:grpSpPr>
          <a:xfrm rot="10800000">
            <a:off x="340508" y="5645456"/>
            <a:ext cx="492410" cy="986494"/>
            <a:chOff x="8246118" y="539509"/>
            <a:chExt cx="369317" cy="739889"/>
          </a:xfrm>
        </p:grpSpPr>
        <p:sp>
          <p:nvSpPr>
            <p:cNvPr id="284" name="Google Shape;284;g37bf3141e71_2_10821"/>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5" name="Google Shape;285;g37bf3141e71_2_10821"/>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6" name="Google Shape;286;g37bf3141e71_2_10821"/>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7" name="Google Shape;287;g37bf3141e71_2_10821"/>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88" name="Google Shape;288;g37bf3141e71_2_10821"/>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89" name="Google Shape;289;g37bf3141e71_2_10821"/>
          <p:cNvGrpSpPr/>
          <p:nvPr/>
        </p:nvGrpSpPr>
        <p:grpSpPr>
          <a:xfrm rot="5400000">
            <a:off x="11297926" y="1796078"/>
            <a:ext cx="832814" cy="634337"/>
            <a:chOff x="6106825" y="306089"/>
            <a:chExt cx="1035194" cy="788486"/>
          </a:xfrm>
        </p:grpSpPr>
        <p:sp>
          <p:nvSpPr>
            <p:cNvPr id="290" name="Google Shape;290;g37bf3141e71_2_10821"/>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1" name="Google Shape;291;g37bf3141e71_2_10821"/>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2" name="Google Shape;292;g37bf3141e71_2_10821"/>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3" name="Google Shape;293;g37bf3141e71_2_10821"/>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4" name="Google Shape;294;g37bf3141e71_2_10821"/>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5" name="Google Shape;295;g37bf3141e71_2_10821"/>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6" name="Google Shape;296;g37bf3141e71_2_10821"/>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7" name="Google Shape;297;g37bf3141e71_2_10821"/>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8" name="Google Shape;298;g37bf3141e71_2_10821"/>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99" name="Google Shape;299;g37bf3141e71_2_10821"/>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0" name="Google Shape;300;g37bf3141e71_2_10821"/>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1" name="Google Shape;301;g37bf3141e71_2_10821"/>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2" name="Google Shape;302;g37bf3141e71_2_10821"/>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3" name="Google Shape;303;g37bf3141e71_2_10821"/>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4" name="Google Shape;304;g37bf3141e71_2_10821"/>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5" name="Google Shape;305;g37bf3141e71_2_10821"/>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6" name="Google Shape;306;g37bf3141e71_2_10821"/>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7" name="Google Shape;307;g37bf3141e71_2_10821"/>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8" name="Google Shape;308;g37bf3141e71_2_10821"/>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9" name="Google Shape;309;g37bf3141e71_2_10821"/>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10" name="Google Shape;310;g37bf3141e71_2_10821"/>
          <p:cNvGrpSpPr/>
          <p:nvPr/>
        </p:nvGrpSpPr>
        <p:grpSpPr>
          <a:xfrm>
            <a:off x="11026553" y="-893349"/>
            <a:ext cx="2259993" cy="2250303"/>
            <a:chOff x="5010334" y="-947702"/>
            <a:chExt cx="1842636" cy="1834885"/>
          </a:xfrm>
        </p:grpSpPr>
        <p:sp>
          <p:nvSpPr>
            <p:cNvPr id="311" name="Google Shape;311;g37bf3141e71_2_10821"/>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2" name="Google Shape;312;g37bf3141e71_2_10821"/>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3" name="Google Shape;313;g37bf3141e71_2_10821"/>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14" name="Google Shape;314;g37bf3141e71_2_10821"/>
          <p:cNvGrpSpPr/>
          <p:nvPr/>
        </p:nvGrpSpPr>
        <p:grpSpPr>
          <a:xfrm rot="5400000">
            <a:off x="8914664" y="6081245"/>
            <a:ext cx="259130" cy="673311"/>
            <a:chOff x="5025077" y="4050620"/>
            <a:chExt cx="272081" cy="706888"/>
          </a:xfrm>
        </p:grpSpPr>
        <p:sp>
          <p:nvSpPr>
            <p:cNvPr id="315" name="Google Shape;315;g37bf3141e71_2_10821"/>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6" name="Google Shape;316;g37bf3141e71_2_10821"/>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7" name="Google Shape;317;g37bf3141e71_2_10821"/>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8" name="Google Shape;318;g37bf3141e71_2_10821"/>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9" name="Google Shape;319;g37bf3141e71_2_10821"/>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0" name="Google Shape;320;g37bf3141e71_2_10821"/>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1" name="Google Shape;321;g37bf3141e71_2_10821"/>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2" name="Google Shape;322;g37bf3141e71_2_10821"/>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3" name="Shape 323"/>
        <p:cNvGrpSpPr/>
        <p:nvPr/>
      </p:nvGrpSpPr>
      <p:grpSpPr>
        <a:xfrm>
          <a:off x="0" y="0"/>
          <a:ext cx="0" cy="0"/>
          <a:chOff x="0" y="0"/>
          <a:chExt cx="0" cy="0"/>
        </a:xfrm>
      </p:grpSpPr>
      <p:sp>
        <p:nvSpPr>
          <p:cNvPr id="324" name="Google Shape;324;g37bf3141e71_2_10872"/>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25" name="Google Shape;325;g37bf3141e71_2_10872"/>
          <p:cNvSpPr txBox="1"/>
          <p:nvPr>
            <p:ph idx="1" type="subTitle"/>
          </p:nvPr>
        </p:nvSpPr>
        <p:spPr>
          <a:xfrm>
            <a:off x="1388180" y="4522397"/>
            <a:ext cx="9415500" cy="93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b="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326" name="Google Shape;326;g37bf3141e71_2_10872"/>
          <p:cNvSpPr txBox="1"/>
          <p:nvPr>
            <p:ph idx="2" type="subTitle"/>
          </p:nvPr>
        </p:nvSpPr>
        <p:spPr>
          <a:xfrm>
            <a:off x="1388220" y="2634249"/>
            <a:ext cx="9415500" cy="93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b="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327" name="Google Shape;327;g37bf3141e71_2_10872"/>
          <p:cNvSpPr txBox="1"/>
          <p:nvPr>
            <p:ph idx="3" type="subTitle"/>
          </p:nvPr>
        </p:nvSpPr>
        <p:spPr>
          <a:xfrm>
            <a:off x="1388220" y="1939433"/>
            <a:ext cx="9415500" cy="694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328" name="Google Shape;328;g37bf3141e71_2_10872"/>
          <p:cNvSpPr txBox="1"/>
          <p:nvPr>
            <p:ph idx="4" type="subTitle"/>
          </p:nvPr>
        </p:nvSpPr>
        <p:spPr>
          <a:xfrm>
            <a:off x="1388185" y="3827615"/>
            <a:ext cx="9415500" cy="694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grpSp>
        <p:nvGrpSpPr>
          <p:cNvPr id="329" name="Google Shape;329;g37bf3141e71_2_10872"/>
          <p:cNvGrpSpPr/>
          <p:nvPr/>
        </p:nvGrpSpPr>
        <p:grpSpPr>
          <a:xfrm>
            <a:off x="1" y="-105"/>
            <a:ext cx="1858262" cy="2924827"/>
            <a:chOff x="-5" y="3169540"/>
            <a:chExt cx="1254142" cy="1973967"/>
          </a:xfrm>
        </p:grpSpPr>
        <p:sp>
          <p:nvSpPr>
            <p:cNvPr id="330" name="Google Shape;330;g37bf3141e71_2_10872"/>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1" name="Google Shape;331;g37bf3141e71_2_10872"/>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2" name="Google Shape;332;g37bf3141e71_2_10872"/>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33" name="Google Shape;333;g37bf3141e71_2_10872"/>
          <p:cNvGrpSpPr/>
          <p:nvPr/>
        </p:nvGrpSpPr>
        <p:grpSpPr>
          <a:xfrm>
            <a:off x="9689653" y="2762537"/>
            <a:ext cx="2502866" cy="4096739"/>
            <a:chOff x="6808150" y="1320878"/>
            <a:chExt cx="2335852" cy="3823368"/>
          </a:xfrm>
        </p:grpSpPr>
        <p:sp>
          <p:nvSpPr>
            <p:cNvPr id="334" name="Google Shape;334;g37bf3141e71_2_10872"/>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5" name="Google Shape;335;g37bf3141e71_2_10872"/>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6" name="Google Shape;336;g37bf3141e71_2_10872"/>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37" name="Google Shape;337;g37bf3141e71_2_10872"/>
          <p:cNvGrpSpPr/>
          <p:nvPr/>
        </p:nvGrpSpPr>
        <p:grpSpPr>
          <a:xfrm rot="10800000">
            <a:off x="340508" y="5645456"/>
            <a:ext cx="492410" cy="986494"/>
            <a:chOff x="8246118" y="539509"/>
            <a:chExt cx="369317" cy="739889"/>
          </a:xfrm>
        </p:grpSpPr>
        <p:sp>
          <p:nvSpPr>
            <p:cNvPr id="338" name="Google Shape;338;g37bf3141e71_2_10872"/>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9" name="Google Shape;339;g37bf3141e71_2_10872"/>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0" name="Google Shape;340;g37bf3141e71_2_10872"/>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1" name="Google Shape;341;g37bf3141e71_2_10872"/>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2" name="Google Shape;342;g37bf3141e71_2_10872"/>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43" name="Google Shape;343;g37bf3141e71_2_10872"/>
          <p:cNvGrpSpPr/>
          <p:nvPr/>
        </p:nvGrpSpPr>
        <p:grpSpPr>
          <a:xfrm rot="5400000">
            <a:off x="11297926" y="1796078"/>
            <a:ext cx="832814" cy="634337"/>
            <a:chOff x="6106825" y="306089"/>
            <a:chExt cx="1035194" cy="788486"/>
          </a:xfrm>
        </p:grpSpPr>
        <p:sp>
          <p:nvSpPr>
            <p:cNvPr id="344" name="Google Shape;344;g37bf3141e71_2_10872"/>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5" name="Google Shape;345;g37bf3141e71_2_10872"/>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6" name="Google Shape;346;g37bf3141e71_2_10872"/>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7" name="Google Shape;347;g37bf3141e71_2_10872"/>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8" name="Google Shape;348;g37bf3141e71_2_10872"/>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9" name="Google Shape;349;g37bf3141e71_2_10872"/>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0" name="Google Shape;350;g37bf3141e71_2_10872"/>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1" name="Google Shape;351;g37bf3141e71_2_10872"/>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2" name="Google Shape;352;g37bf3141e71_2_10872"/>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3" name="Google Shape;353;g37bf3141e71_2_10872"/>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4" name="Google Shape;354;g37bf3141e71_2_10872"/>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5" name="Google Shape;355;g37bf3141e71_2_10872"/>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6" name="Google Shape;356;g37bf3141e71_2_10872"/>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7" name="Google Shape;357;g37bf3141e71_2_10872"/>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8" name="Google Shape;358;g37bf3141e71_2_10872"/>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9" name="Google Shape;359;g37bf3141e71_2_10872"/>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0" name="Google Shape;360;g37bf3141e71_2_10872"/>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1" name="Google Shape;361;g37bf3141e71_2_10872"/>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2" name="Google Shape;362;g37bf3141e71_2_10872"/>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3" name="Google Shape;363;g37bf3141e71_2_10872"/>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64" name="Google Shape;364;g37bf3141e71_2_10872"/>
          <p:cNvGrpSpPr/>
          <p:nvPr/>
        </p:nvGrpSpPr>
        <p:grpSpPr>
          <a:xfrm>
            <a:off x="-1309247" y="3107718"/>
            <a:ext cx="2259993" cy="2250303"/>
            <a:chOff x="5010334" y="-947702"/>
            <a:chExt cx="1842636" cy="1834885"/>
          </a:xfrm>
        </p:grpSpPr>
        <p:sp>
          <p:nvSpPr>
            <p:cNvPr id="365" name="Google Shape;365;g37bf3141e71_2_10872"/>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6" name="Google Shape;366;g37bf3141e71_2_10872"/>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7" name="Google Shape;367;g37bf3141e71_2_10872"/>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8" name="Shape 368"/>
        <p:cNvGrpSpPr/>
        <p:nvPr/>
      </p:nvGrpSpPr>
      <p:grpSpPr>
        <a:xfrm>
          <a:off x="0" y="0"/>
          <a:ext cx="0" cy="0"/>
          <a:chOff x="0" y="0"/>
          <a:chExt cx="0" cy="0"/>
        </a:xfrm>
      </p:grpSpPr>
      <p:sp>
        <p:nvSpPr>
          <p:cNvPr id="369" name="Google Shape;369;g37bf3141e71_2_10958"/>
          <p:cNvSpPr txBox="1"/>
          <p:nvPr>
            <p:ph idx="1" type="subTitle"/>
          </p:nvPr>
        </p:nvSpPr>
        <p:spPr>
          <a:xfrm>
            <a:off x="1313900" y="2668267"/>
            <a:ext cx="4395300" cy="30600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70" name="Google Shape;370;g37bf3141e71_2_10958"/>
          <p:cNvSpPr txBox="1"/>
          <p:nvPr>
            <p:ph type="title"/>
          </p:nvPr>
        </p:nvSpPr>
        <p:spPr>
          <a:xfrm>
            <a:off x="1313900" y="1254700"/>
            <a:ext cx="4395300" cy="13119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71" name="Google Shape;371;g37bf3141e71_2_10958"/>
          <p:cNvSpPr/>
          <p:nvPr>
            <p:ph idx="2" type="pic"/>
          </p:nvPr>
        </p:nvSpPr>
        <p:spPr>
          <a:xfrm>
            <a:off x="7162100" y="719333"/>
            <a:ext cx="3716100" cy="5419200"/>
          </a:xfrm>
          <a:prstGeom prst="round2SameRect">
            <a:avLst>
              <a:gd fmla="val 16667" name="adj1"/>
              <a:gd fmla="val 0" name="adj2"/>
            </a:avLst>
          </a:prstGeom>
          <a:noFill/>
          <a:ln>
            <a:noFill/>
          </a:ln>
        </p:spPr>
      </p:sp>
      <p:grpSp>
        <p:nvGrpSpPr>
          <p:cNvPr id="372" name="Google Shape;372;g37bf3141e71_2_10958"/>
          <p:cNvGrpSpPr/>
          <p:nvPr/>
        </p:nvGrpSpPr>
        <p:grpSpPr>
          <a:xfrm flipH="1" rot="10800000">
            <a:off x="1" y="3933272"/>
            <a:ext cx="1858262" cy="2924827"/>
            <a:chOff x="-5" y="3169540"/>
            <a:chExt cx="1254142" cy="1973967"/>
          </a:xfrm>
        </p:grpSpPr>
        <p:sp>
          <p:nvSpPr>
            <p:cNvPr id="373" name="Google Shape;373;g37bf3141e71_2_10958"/>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4" name="Google Shape;374;g37bf3141e71_2_10958"/>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5" name="Google Shape;375;g37bf3141e71_2_10958"/>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76" name="Google Shape;376;g37bf3141e71_2_10958"/>
          <p:cNvGrpSpPr/>
          <p:nvPr/>
        </p:nvGrpSpPr>
        <p:grpSpPr>
          <a:xfrm>
            <a:off x="9689653" y="2762537"/>
            <a:ext cx="2502866" cy="4096739"/>
            <a:chOff x="6808150" y="1320878"/>
            <a:chExt cx="2335852" cy="3823368"/>
          </a:xfrm>
        </p:grpSpPr>
        <p:sp>
          <p:nvSpPr>
            <p:cNvPr id="377" name="Google Shape;377;g37bf3141e71_2_10958"/>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8" name="Google Shape;378;g37bf3141e71_2_10958"/>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9" name="Google Shape;379;g37bf3141e71_2_10958"/>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80" name="Google Shape;380;g37bf3141e71_2_10958"/>
          <p:cNvGrpSpPr/>
          <p:nvPr/>
        </p:nvGrpSpPr>
        <p:grpSpPr>
          <a:xfrm>
            <a:off x="-353847" y="-627199"/>
            <a:ext cx="2259993" cy="2250303"/>
            <a:chOff x="5010334" y="-947702"/>
            <a:chExt cx="1842636" cy="1834885"/>
          </a:xfrm>
        </p:grpSpPr>
        <p:sp>
          <p:nvSpPr>
            <p:cNvPr id="381" name="Google Shape;381;g37bf3141e71_2_10958"/>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82" name="Google Shape;382;g37bf3141e71_2_10958"/>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83" name="Google Shape;383;g37bf3141e71_2_10958"/>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4" name="Shape 384"/>
        <p:cNvGrpSpPr/>
        <p:nvPr/>
      </p:nvGrpSpPr>
      <p:grpSpPr>
        <a:xfrm>
          <a:off x="0" y="0"/>
          <a:ext cx="0" cy="0"/>
          <a:chOff x="0" y="0"/>
          <a:chExt cx="0" cy="0"/>
        </a:xfrm>
      </p:grpSpPr>
      <p:sp>
        <p:nvSpPr>
          <p:cNvPr id="385" name="Google Shape;385;g37bf3141e71_2_10974"/>
          <p:cNvSpPr txBox="1"/>
          <p:nvPr>
            <p:ph type="title"/>
          </p:nvPr>
        </p:nvSpPr>
        <p:spPr>
          <a:xfrm>
            <a:off x="3090600" y="1742800"/>
            <a:ext cx="6010800" cy="3372300"/>
          </a:xfrm>
          <a:prstGeom prst="rect">
            <a:avLst/>
          </a:prstGeom>
          <a:noFill/>
          <a:ln>
            <a:noFill/>
          </a:ln>
        </p:spPr>
        <p:txBody>
          <a:bodyPr anchorCtr="0" anchor="ctr" bIns="121900" lIns="121900" spcFirstLastPara="1" rIns="121900" wrap="square" tIns="121900">
            <a:noAutofit/>
          </a:bodyPr>
          <a:lstStyle>
            <a:lvl1pPr lvl="0" algn="ctr">
              <a:lnSpc>
                <a:spcPct val="80000"/>
              </a:lnSpc>
              <a:spcBef>
                <a:spcPts val="0"/>
              </a:spcBef>
              <a:spcAft>
                <a:spcPts val="0"/>
              </a:spcAft>
              <a:buSzPts val="8000"/>
              <a:buNone/>
              <a:defRPr sz="80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6" name="Shape 386"/>
        <p:cNvGrpSpPr/>
        <p:nvPr/>
      </p:nvGrpSpPr>
      <p:grpSpPr>
        <a:xfrm>
          <a:off x="0" y="0"/>
          <a:ext cx="0" cy="0"/>
          <a:chOff x="0" y="0"/>
          <a:chExt cx="0" cy="0"/>
        </a:xfrm>
      </p:grpSpPr>
      <p:sp>
        <p:nvSpPr>
          <p:cNvPr id="387" name="Google Shape;387;g37bf3141e71_2_10976"/>
          <p:cNvSpPr txBox="1"/>
          <p:nvPr>
            <p:ph type="title"/>
          </p:nvPr>
        </p:nvSpPr>
        <p:spPr>
          <a:xfrm>
            <a:off x="2847400" y="1585467"/>
            <a:ext cx="6497100" cy="2619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4000"/>
              <a:buNone/>
              <a:defRPr/>
            </a:lvl2pPr>
            <a:lvl3pPr lvl="2" algn="ctr">
              <a:lnSpc>
                <a:spcPct val="100000"/>
              </a:lnSpc>
              <a:spcBef>
                <a:spcPts val="0"/>
              </a:spcBef>
              <a:spcAft>
                <a:spcPts val="0"/>
              </a:spcAft>
              <a:buSzPts val="4000"/>
              <a:buNone/>
              <a:defRPr/>
            </a:lvl3pPr>
            <a:lvl4pPr lvl="3" algn="ctr">
              <a:lnSpc>
                <a:spcPct val="100000"/>
              </a:lnSpc>
              <a:spcBef>
                <a:spcPts val="0"/>
              </a:spcBef>
              <a:spcAft>
                <a:spcPts val="0"/>
              </a:spcAft>
              <a:buSzPts val="4000"/>
              <a:buNone/>
              <a:defRPr/>
            </a:lvl4pPr>
            <a:lvl5pPr lvl="4" algn="ctr">
              <a:lnSpc>
                <a:spcPct val="100000"/>
              </a:lnSpc>
              <a:spcBef>
                <a:spcPts val="0"/>
              </a:spcBef>
              <a:spcAft>
                <a:spcPts val="0"/>
              </a:spcAft>
              <a:buSzPts val="4000"/>
              <a:buNone/>
              <a:defRPr/>
            </a:lvl5pPr>
            <a:lvl6pPr lvl="5" algn="ctr">
              <a:lnSpc>
                <a:spcPct val="100000"/>
              </a:lnSpc>
              <a:spcBef>
                <a:spcPts val="0"/>
              </a:spcBef>
              <a:spcAft>
                <a:spcPts val="0"/>
              </a:spcAft>
              <a:buSzPts val="4000"/>
              <a:buNone/>
              <a:defRPr/>
            </a:lvl6pPr>
            <a:lvl7pPr lvl="6" algn="ctr">
              <a:lnSpc>
                <a:spcPct val="100000"/>
              </a:lnSpc>
              <a:spcBef>
                <a:spcPts val="0"/>
              </a:spcBef>
              <a:spcAft>
                <a:spcPts val="0"/>
              </a:spcAft>
              <a:buSzPts val="4000"/>
              <a:buNone/>
              <a:defRPr/>
            </a:lvl7pPr>
            <a:lvl8pPr lvl="7" algn="ctr">
              <a:lnSpc>
                <a:spcPct val="100000"/>
              </a:lnSpc>
              <a:spcBef>
                <a:spcPts val="0"/>
              </a:spcBef>
              <a:spcAft>
                <a:spcPts val="0"/>
              </a:spcAft>
              <a:buSzPts val="4000"/>
              <a:buNone/>
              <a:defRPr/>
            </a:lvl8pPr>
            <a:lvl9pPr lvl="8" algn="ctr">
              <a:lnSpc>
                <a:spcPct val="100000"/>
              </a:lnSpc>
              <a:spcBef>
                <a:spcPts val="0"/>
              </a:spcBef>
              <a:spcAft>
                <a:spcPts val="0"/>
              </a:spcAft>
              <a:buSzPts val="4000"/>
              <a:buNone/>
              <a:defRPr/>
            </a:lvl9pPr>
          </a:lstStyle>
          <a:p/>
        </p:txBody>
      </p:sp>
      <p:sp>
        <p:nvSpPr>
          <p:cNvPr id="388" name="Google Shape;388;g37bf3141e71_2_10976"/>
          <p:cNvSpPr txBox="1"/>
          <p:nvPr>
            <p:ph idx="1" type="subTitle"/>
          </p:nvPr>
        </p:nvSpPr>
        <p:spPr>
          <a:xfrm>
            <a:off x="2847400" y="4204667"/>
            <a:ext cx="6497100" cy="894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9" name="Shape 389"/>
        <p:cNvGrpSpPr/>
        <p:nvPr/>
      </p:nvGrpSpPr>
      <p:grpSpPr>
        <a:xfrm>
          <a:off x="0" y="0"/>
          <a:ext cx="0" cy="0"/>
          <a:chOff x="0" y="0"/>
          <a:chExt cx="0" cy="0"/>
        </a:xfrm>
      </p:grpSpPr>
      <p:sp>
        <p:nvSpPr>
          <p:cNvPr id="390" name="Google Shape;390;g37bf3141e71_2_10979"/>
          <p:cNvSpPr/>
          <p:nvPr>
            <p:ph idx="2" type="pic"/>
          </p:nvPr>
        </p:nvSpPr>
        <p:spPr>
          <a:xfrm>
            <a:off x="0" y="0"/>
            <a:ext cx="12192000" cy="6858000"/>
          </a:xfrm>
          <a:prstGeom prst="rect">
            <a:avLst/>
          </a:prstGeom>
          <a:noFill/>
          <a:ln>
            <a:noFill/>
          </a:ln>
        </p:spPr>
      </p:sp>
      <p:sp>
        <p:nvSpPr>
          <p:cNvPr id="391" name="Google Shape;391;g37bf3141e71_2_10979"/>
          <p:cNvSpPr txBox="1"/>
          <p:nvPr>
            <p:ph type="title"/>
          </p:nvPr>
        </p:nvSpPr>
        <p:spPr>
          <a:xfrm>
            <a:off x="960000" y="5352600"/>
            <a:ext cx="10272000" cy="763500"/>
          </a:xfrm>
          <a:prstGeom prst="rect">
            <a:avLst/>
          </a:prstGeom>
          <a:solidFill>
            <a:schemeClr val="accent2"/>
          </a:solid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solidFill>
                  <a:schemeClr val="lt1"/>
                </a:solidFill>
              </a:defRPr>
            </a:lvl1pPr>
            <a:lvl2pPr lvl="1" algn="ctr">
              <a:lnSpc>
                <a:spcPct val="100000"/>
              </a:lnSpc>
              <a:spcBef>
                <a:spcPts val="0"/>
              </a:spcBef>
              <a:spcAft>
                <a:spcPts val="0"/>
              </a:spcAft>
              <a:buSzPts val="4000"/>
              <a:buNone/>
              <a:defRPr/>
            </a:lvl2pPr>
            <a:lvl3pPr lvl="2" algn="ctr">
              <a:lnSpc>
                <a:spcPct val="100000"/>
              </a:lnSpc>
              <a:spcBef>
                <a:spcPts val="0"/>
              </a:spcBef>
              <a:spcAft>
                <a:spcPts val="0"/>
              </a:spcAft>
              <a:buSzPts val="4000"/>
              <a:buNone/>
              <a:defRPr/>
            </a:lvl3pPr>
            <a:lvl4pPr lvl="3" algn="ctr">
              <a:lnSpc>
                <a:spcPct val="100000"/>
              </a:lnSpc>
              <a:spcBef>
                <a:spcPts val="0"/>
              </a:spcBef>
              <a:spcAft>
                <a:spcPts val="0"/>
              </a:spcAft>
              <a:buSzPts val="4000"/>
              <a:buNone/>
              <a:defRPr/>
            </a:lvl4pPr>
            <a:lvl5pPr lvl="4" algn="ctr">
              <a:lnSpc>
                <a:spcPct val="100000"/>
              </a:lnSpc>
              <a:spcBef>
                <a:spcPts val="0"/>
              </a:spcBef>
              <a:spcAft>
                <a:spcPts val="0"/>
              </a:spcAft>
              <a:buSzPts val="4000"/>
              <a:buNone/>
              <a:defRPr/>
            </a:lvl5pPr>
            <a:lvl6pPr lvl="5" algn="ctr">
              <a:lnSpc>
                <a:spcPct val="100000"/>
              </a:lnSpc>
              <a:spcBef>
                <a:spcPts val="0"/>
              </a:spcBef>
              <a:spcAft>
                <a:spcPts val="0"/>
              </a:spcAft>
              <a:buSzPts val="4000"/>
              <a:buNone/>
              <a:defRPr/>
            </a:lvl6pPr>
            <a:lvl7pPr lvl="6" algn="ctr">
              <a:lnSpc>
                <a:spcPct val="100000"/>
              </a:lnSpc>
              <a:spcBef>
                <a:spcPts val="0"/>
              </a:spcBef>
              <a:spcAft>
                <a:spcPts val="0"/>
              </a:spcAft>
              <a:buSzPts val="4000"/>
              <a:buNone/>
              <a:defRPr/>
            </a:lvl7pPr>
            <a:lvl8pPr lvl="7" algn="ctr">
              <a:lnSpc>
                <a:spcPct val="100000"/>
              </a:lnSpc>
              <a:spcBef>
                <a:spcPts val="0"/>
              </a:spcBef>
              <a:spcAft>
                <a:spcPts val="0"/>
              </a:spcAft>
              <a:buSzPts val="4000"/>
              <a:buNone/>
              <a:defRPr/>
            </a:lvl8pPr>
            <a:lvl9pPr lvl="8" algn="ctr">
              <a:lnSpc>
                <a:spcPct val="100000"/>
              </a:lnSpc>
              <a:spcBef>
                <a:spcPts val="0"/>
              </a:spcBef>
              <a:spcAft>
                <a:spcPts val="0"/>
              </a:spcAft>
              <a:buSzPts val="4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2" name="Shape 392"/>
        <p:cNvGrpSpPr/>
        <p:nvPr/>
      </p:nvGrpSpPr>
      <p:grpSpPr>
        <a:xfrm>
          <a:off x="0" y="0"/>
          <a:ext cx="0" cy="0"/>
          <a:chOff x="0" y="0"/>
          <a:chExt cx="0" cy="0"/>
        </a:xfrm>
      </p:grpSpPr>
      <p:sp>
        <p:nvSpPr>
          <p:cNvPr id="393" name="Google Shape;393;g37bf3141e71_2_10982"/>
          <p:cNvSpPr txBox="1"/>
          <p:nvPr>
            <p:ph hasCustomPrompt="1" type="title"/>
          </p:nvPr>
        </p:nvSpPr>
        <p:spPr>
          <a:xfrm>
            <a:off x="1712000" y="2284067"/>
            <a:ext cx="8768100" cy="1506300"/>
          </a:xfrm>
          <a:prstGeom prst="rect">
            <a:avLst/>
          </a:prstGeom>
          <a:solidFill>
            <a:schemeClr val="lt2"/>
          </a:solid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2800"/>
              <a:buNone/>
              <a:defRPr b="0" sz="8000">
                <a:latin typeface="Epilogue Light"/>
                <a:ea typeface="Epilogue Light"/>
                <a:cs typeface="Epilogue Light"/>
                <a:sym typeface="Epilogue Light"/>
              </a:defRPr>
            </a:lvl1pPr>
            <a:lvl2pPr lvl="1" algn="ctr">
              <a:lnSpc>
                <a:spcPct val="100000"/>
              </a:lnSpc>
              <a:spcBef>
                <a:spcPts val="0"/>
              </a:spcBef>
              <a:spcAft>
                <a:spcPts val="0"/>
              </a:spcAft>
              <a:buSzPts val="12800"/>
              <a:buNone/>
              <a:defRPr sz="12800"/>
            </a:lvl2pPr>
            <a:lvl3pPr lvl="2" algn="ctr">
              <a:lnSpc>
                <a:spcPct val="100000"/>
              </a:lnSpc>
              <a:spcBef>
                <a:spcPts val="0"/>
              </a:spcBef>
              <a:spcAft>
                <a:spcPts val="0"/>
              </a:spcAft>
              <a:buSzPts val="12800"/>
              <a:buNone/>
              <a:defRPr sz="12800"/>
            </a:lvl3pPr>
            <a:lvl4pPr lvl="3" algn="ctr">
              <a:lnSpc>
                <a:spcPct val="100000"/>
              </a:lnSpc>
              <a:spcBef>
                <a:spcPts val="0"/>
              </a:spcBef>
              <a:spcAft>
                <a:spcPts val="0"/>
              </a:spcAft>
              <a:buSzPts val="12800"/>
              <a:buNone/>
              <a:defRPr sz="12800"/>
            </a:lvl4pPr>
            <a:lvl5pPr lvl="4" algn="ctr">
              <a:lnSpc>
                <a:spcPct val="100000"/>
              </a:lnSpc>
              <a:spcBef>
                <a:spcPts val="0"/>
              </a:spcBef>
              <a:spcAft>
                <a:spcPts val="0"/>
              </a:spcAft>
              <a:buSzPts val="12800"/>
              <a:buNone/>
              <a:defRPr sz="12800"/>
            </a:lvl5pPr>
            <a:lvl6pPr lvl="5" algn="ctr">
              <a:lnSpc>
                <a:spcPct val="100000"/>
              </a:lnSpc>
              <a:spcBef>
                <a:spcPts val="0"/>
              </a:spcBef>
              <a:spcAft>
                <a:spcPts val="0"/>
              </a:spcAft>
              <a:buSzPts val="12800"/>
              <a:buNone/>
              <a:defRPr sz="12800"/>
            </a:lvl6pPr>
            <a:lvl7pPr lvl="6" algn="ctr">
              <a:lnSpc>
                <a:spcPct val="100000"/>
              </a:lnSpc>
              <a:spcBef>
                <a:spcPts val="0"/>
              </a:spcBef>
              <a:spcAft>
                <a:spcPts val="0"/>
              </a:spcAft>
              <a:buSzPts val="12800"/>
              <a:buNone/>
              <a:defRPr sz="12800"/>
            </a:lvl7pPr>
            <a:lvl8pPr lvl="7" algn="ctr">
              <a:lnSpc>
                <a:spcPct val="100000"/>
              </a:lnSpc>
              <a:spcBef>
                <a:spcPts val="0"/>
              </a:spcBef>
              <a:spcAft>
                <a:spcPts val="0"/>
              </a:spcAft>
              <a:buSzPts val="12800"/>
              <a:buNone/>
              <a:defRPr sz="12800"/>
            </a:lvl8pPr>
            <a:lvl9pPr lvl="8" algn="ctr">
              <a:lnSpc>
                <a:spcPct val="100000"/>
              </a:lnSpc>
              <a:spcBef>
                <a:spcPts val="0"/>
              </a:spcBef>
              <a:spcAft>
                <a:spcPts val="0"/>
              </a:spcAft>
              <a:buSzPts val="12800"/>
              <a:buNone/>
              <a:defRPr sz="12800"/>
            </a:lvl9pPr>
          </a:lstStyle>
          <a:p>
            <a:r>
              <a:t>xx%</a:t>
            </a:r>
          </a:p>
        </p:txBody>
      </p:sp>
      <p:sp>
        <p:nvSpPr>
          <p:cNvPr id="394" name="Google Shape;394;g37bf3141e71_2_10982"/>
          <p:cNvSpPr txBox="1"/>
          <p:nvPr>
            <p:ph idx="1" type="subTitle"/>
          </p:nvPr>
        </p:nvSpPr>
        <p:spPr>
          <a:xfrm>
            <a:off x="3351200" y="4142433"/>
            <a:ext cx="5489700" cy="9933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395" name="Google Shape;395;g37bf3141e71_2_10982"/>
          <p:cNvGrpSpPr/>
          <p:nvPr/>
        </p:nvGrpSpPr>
        <p:grpSpPr>
          <a:xfrm rot="10800000">
            <a:off x="43" y="3933272"/>
            <a:ext cx="1858262" cy="2924827"/>
            <a:chOff x="-5" y="3169540"/>
            <a:chExt cx="1254142" cy="1973967"/>
          </a:xfrm>
        </p:grpSpPr>
        <p:sp>
          <p:nvSpPr>
            <p:cNvPr id="396" name="Google Shape;396;g37bf3141e71_2_10982"/>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97" name="Google Shape;397;g37bf3141e71_2_10982"/>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98" name="Google Shape;398;g37bf3141e71_2_10982"/>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99" name="Google Shape;399;g37bf3141e71_2_10982"/>
          <p:cNvGrpSpPr/>
          <p:nvPr/>
        </p:nvGrpSpPr>
        <p:grpSpPr>
          <a:xfrm>
            <a:off x="10873146" y="226060"/>
            <a:ext cx="492410" cy="986494"/>
            <a:chOff x="8246118" y="539509"/>
            <a:chExt cx="369317" cy="739889"/>
          </a:xfrm>
        </p:grpSpPr>
        <p:sp>
          <p:nvSpPr>
            <p:cNvPr id="400" name="Google Shape;400;g37bf3141e71_2_10982"/>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1" name="Google Shape;401;g37bf3141e71_2_10982"/>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2" name="Google Shape;402;g37bf3141e71_2_10982"/>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3" name="Google Shape;403;g37bf3141e71_2_10982"/>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4" name="Google Shape;404;g37bf3141e71_2_10982"/>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05" name="Google Shape;405;g37bf3141e71_2_10982"/>
          <p:cNvGrpSpPr/>
          <p:nvPr/>
        </p:nvGrpSpPr>
        <p:grpSpPr>
          <a:xfrm>
            <a:off x="342017" y="1822865"/>
            <a:ext cx="259130" cy="673311"/>
            <a:chOff x="5025077" y="4050620"/>
            <a:chExt cx="272081" cy="706888"/>
          </a:xfrm>
        </p:grpSpPr>
        <p:sp>
          <p:nvSpPr>
            <p:cNvPr id="406" name="Google Shape;406;g37bf3141e71_2_10982"/>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7" name="Google Shape;407;g37bf3141e71_2_10982"/>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8" name="Google Shape;408;g37bf3141e71_2_10982"/>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09" name="Google Shape;409;g37bf3141e71_2_10982"/>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0" name="Google Shape;410;g37bf3141e71_2_10982"/>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1" name="Google Shape;411;g37bf3141e71_2_10982"/>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2" name="Google Shape;412;g37bf3141e71_2_10982"/>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3" name="Google Shape;413;g37bf3141e71_2_10982"/>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14" name="Google Shape;414;g37bf3141e71_2_10982"/>
          <p:cNvGrpSpPr/>
          <p:nvPr/>
        </p:nvGrpSpPr>
        <p:grpSpPr>
          <a:xfrm>
            <a:off x="9766682" y="402142"/>
            <a:ext cx="832814" cy="634337"/>
            <a:chOff x="6106825" y="306089"/>
            <a:chExt cx="1035194" cy="788486"/>
          </a:xfrm>
        </p:grpSpPr>
        <p:sp>
          <p:nvSpPr>
            <p:cNvPr id="415" name="Google Shape;415;g37bf3141e71_2_10982"/>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6" name="Google Shape;416;g37bf3141e71_2_10982"/>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7" name="Google Shape;417;g37bf3141e71_2_10982"/>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8" name="Google Shape;418;g37bf3141e71_2_10982"/>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9" name="Google Shape;419;g37bf3141e71_2_10982"/>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0" name="Google Shape;420;g37bf3141e71_2_10982"/>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1" name="Google Shape;421;g37bf3141e71_2_10982"/>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2" name="Google Shape;422;g37bf3141e71_2_10982"/>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3" name="Google Shape;423;g37bf3141e71_2_10982"/>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4" name="Google Shape;424;g37bf3141e71_2_10982"/>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5" name="Google Shape;425;g37bf3141e71_2_10982"/>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6" name="Google Shape;426;g37bf3141e71_2_10982"/>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7" name="Google Shape;427;g37bf3141e71_2_10982"/>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8" name="Google Shape;428;g37bf3141e71_2_10982"/>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29" name="Google Shape;429;g37bf3141e71_2_10982"/>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0" name="Google Shape;430;g37bf3141e71_2_10982"/>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1" name="Google Shape;431;g37bf3141e71_2_10982"/>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2" name="Google Shape;432;g37bf3141e71_2_10982"/>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3" name="Google Shape;433;g37bf3141e71_2_10982"/>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4" name="Google Shape;434;g37bf3141e71_2_10982"/>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35" name="Google Shape;435;g37bf3141e71_2_10982"/>
          <p:cNvGrpSpPr/>
          <p:nvPr/>
        </p:nvGrpSpPr>
        <p:grpSpPr>
          <a:xfrm>
            <a:off x="8936145" y="2120477"/>
            <a:ext cx="3254528" cy="4735043"/>
            <a:chOff x="6808150" y="1320878"/>
            <a:chExt cx="2335841" cy="3705331"/>
          </a:xfrm>
        </p:grpSpPr>
        <p:sp>
          <p:nvSpPr>
            <p:cNvPr id="436" name="Google Shape;436;g37bf3141e71_2_10982"/>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7" name="Google Shape;437;g37bf3141e71_2_10982"/>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8" name="Google Shape;438;g37bf3141e71_2_10982"/>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39" name="Google Shape;439;g37bf3141e71_2_10982"/>
          <p:cNvGrpSpPr/>
          <p:nvPr/>
        </p:nvGrpSpPr>
        <p:grpSpPr>
          <a:xfrm rot="2700000">
            <a:off x="-1658394" y="3122045"/>
            <a:ext cx="2260080" cy="2250314"/>
            <a:chOff x="5010334" y="-947702"/>
            <a:chExt cx="1842636" cy="1834885"/>
          </a:xfrm>
        </p:grpSpPr>
        <p:sp>
          <p:nvSpPr>
            <p:cNvPr id="440" name="Google Shape;440;g37bf3141e71_2_10982"/>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1" name="Google Shape;441;g37bf3141e71_2_10982"/>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2" name="Google Shape;442;g37bf3141e71_2_10982"/>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43" name="Google Shape;443;g37bf3141e71_2_10982"/>
          <p:cNvGrpSpPr/>
          <p:nvPr/>
        </p:nvGrpSpPr>
        <p:grpSpPr>
          <a:xfrm>
            <a:off x="-2" y="-897986"/>
            <a:ext cx="1626790" cy="1933729"/>
            <a:chOff x="-1" y="-673507"/>
            <a:chExt cx="1220123" cy="1450333"/>
          </a:xfrm>
        </p:grpSpPr>
        <p:sp>
          <p:nvSpPr>
            <p:cNvPr id="444" name="Google Shape;444;g37bf3141e71_2_10982"/>
            <p:cNvSpPr/>
            <p:nvPr/>
          </p:nvSpPr>
          <p:spPr>
            <a:xfrm rot="-5400000">
              <a:off x="22292" y="-676657"/>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445" name="Google Shape;445;g37bf3141e71_2_10982"/>
            <p:cNvSpPr/>
            <p:nvPr/>
          </p:nvSpPr>
          <p:spPr>
            <a:xfrm>
              <a:off x="-1" y="-443586"/>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46" name="Shape 44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447" name="Shape 447"/>
        <p:cNvGrpSpPr/>
        <p:nvPr/>
      </p:nvGrpSpPr>
      <p:grpSpPr>
        <a:xfrm>
          <a:off x="0" y="0"/>
          <a:ext cx="0" cy="0"/>
          <a:chOff x="0" y="0"/>
          <a:chExt cx="0" cy="0"/>
        </a:xfrm>
      </p:grpSpPr>
      <p:grpSp>
        <p:nvGrpSpPr>
          <p:cNvPr id="448" name="Google Shape;448;g37bf3141e71_2_11076"/>
          <p:cNvGrpSpPr/>
          <p:nvPr/>
        </p:nvGrpSpPr>
        <p:grpSpPr>
          <a:xfrm>
            <a:off x="10873146" y="226060"/>
            <a:ext cx="492410" cy="986494"/>
            <a:chOff x="8246118" y="539509"/>
            <a:chExt cx="369317" cy="739889"/>
          </a:xfrm>
        </p:grpSpPr>
        <p:sp>
          <p:nvSpPr>
            <p:cNvPr id="449" name="Google Shape;449;g37bf3141e71_2_11076"/>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0" name="Google Shape;450;g37bf3141e71_2_11076"/>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1" name="Google Shape;451;g37bf3141e71_2_11076"/>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2" name="Google Shape;452;g37bf3141e71_2_11076"/>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3" name="Google Shape;453;g37bf3141e71_2_11076"/>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54" name="Google Shape;454;g37bf3141e71_2_11076"/>
          <p:cNvGrpSpPr/>
          <p:nvPr/>
        </p:nvGrpSpPr>
        <p:grpSpPr>
          <a:xfrm>
            <a:off x="342017" y="1822865"/>
            <a:ext cx="259130" cy="673311"/>
            <a:chOff x="5025077" y="4050620"/>
            <a:chExt cx="272081" cy="706888"/>
          </a:xfrm>
        </p:grpSpPr>
        <p:sp>
          <p:nvSpPr>
            <p:cNvPr id="455" name="Google Shape;455;g37bf3141e71_2_11076"/>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6" name="Google Shape;456;g37bf3141e71_2_11076"/>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7" name="Google Shape;457;g37bf3141e71_2_11076"/>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8" name="Google Shape;458;g37bf3141e71_2_11076"/>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9" name="Google Shape;459;g37bf3141e71_2_11076"/>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0" name="Google Shape;460;g37bf3141e71_2_11076"/>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1" name="Google Shape;461;g37bf3141e71_2_11076"/>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2" name="Google Shape;462;g37bf3141e71_2_11076"/>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63" name="Google Shape;463;g37bf3141e71_2_11076"/>
          <p:cNvGrpSpPr/>
          <p:nvPr/>
        </p:nvGrpSpPr>
        <p:grpSpPr>
          <a:xfrm>
            <a:off x="9766682" y="402142"/>
            <a:ext cx="832814" cy="634337"/>
            <a:chOff x="6106825" y="306089"/>
            <a:chExt cx="1035194" cy="788486"/>
          </a:xfrm>
        </p:grpSpPr>
        <p:sp>
          <p:nvSpPr>
            <p:cNvPr id="464" name="Google Shape;464;g37bf3141e71_2_11076"/>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5" name="Google Shape;465;g37bf3141e71_2_11076"/>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6" name="Google Shape;466;g37bf3141e71_2_11076"/>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7" name="Google Shape;467;g37bf3141e71_2_11076"/>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8" name="Google Shape;468;g37bf3141e71_2_11076"/>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9" name="Google Shape;469;g37bf3141e71_2_11076"/>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0" name="Google Shape;470;g37bf3141e71_2_11076"/>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1" name="Google Shape;471;g37bf3141e71_2_11076"/>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2" name="Google Shape;472;g37bf3141e71_2_11076"/>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3" name="Google Shape;473;g37bf3141e71_2_11076"/>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4" name="Google Shape;474;g37bf3141e71_2_11076"/>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5" name="Google Shape;475;g37bf3141e71_2_11076"/>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6" name="Google Shape;476;g37bf3141e71_2_11076"/>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7" name="Google Shape;477;g37bf3141e71_2_11076"/>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8" name="Google Shape;478;g37bf3141e71_2_11076"/>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9" name="Google Shape;479;g37bf3141e71_2_11076"/>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0" name="Google Shape;480;g37bf3141e71_2_11076"/>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1" name="Google Shape;481;g37bf3141e71_2_11076"/>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2" name="Google Shape;482;g37bf3141e71_2_11076"/>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3" name="Google Shape;483;g37bf3141e71_2_11076"/>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84" name="Google Shape;484;g37bf3141e71_2_11076"/>
          <p:cNvGrpSpPr/>
          <p:nvPr/>
        </p:nvGrpSpPr>
        <p:grpSpPr>
          <a:xfrm>
            <a:off x="8936145" y="2120477"/>
            <a:ext cx="3254528" cy="4735043"/>
            <a:chOff x="6808150" y="1320878"/>
            <a:chExt cx="2335841" cy="3705331"/>
          </a:xfrm>
        </p:grpSpPr>
        <p:sp>
          <p:nvSpPr>
            <p:cNvPr id="485" name="Google Shape;485;g37bf3141e71_2_11076"/>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6" name="Google Shape;486;g37bf3141e71_2_11076"/>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7" name="Google Shape;487;g37bf3141e71_2_11076"/>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88" name="Google Shape;488;g37bf3141e71_2_11076"/>
          <p:cNvGrpSpPr/>
          <p:nvPr/>
        </p:nvGrpSpPr>
        <p:grpSpPr>
          <a:xfrm rot="2700000">
            <a:off x="-1658394" y="3122045"/>
            <a:ext cx="2260080" cy="2250314"/>
            <a:chOff x="5010334" y="-947702"/>
            <a:chExt cx="1842636" cy="1834885"/>
          </a:xfrm>
        </p:grpSpPr>
        <p:sp>
          <p:nvSpPr>
            <p:cNvPr id="489" name="Google Shape;489;g37bf3141e71_2_11076"/>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0" name="Google Shape;490;g37bf3141e71_2_11076"/>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1" name="Google Shape;491;g37bf3141e71_2_11076"/>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492" name="Google Shape;492;g37bf3141e71_2_11076"/>
          <p:cNvGrpSpPr/>
          <p:nvPr/>
        </p:nvGrpSpPr>
        <p:grpSpPr>
          <a:xfrm rot="10800000">
            <a:off x="39" y="5734317"/>
            <a:ext cx="1626790" cy="1933729"/>
            <a:chOff x="-1" y="-673507"/>
            <a:chExt cx="1220123" cy="1450333"/>
          </a:xfrm>
        </p:grpSpPr>
        <p:sp>
          <p:nvSpPr>
            <p:cNvPr id="493" name="Google Shape;493;g37bf3141e71_2_11076"/>
            <p:cNvSpPr/>
            <p:nvPr/>
          </p:nvSpPr>
          <p:spPr>
            <a:xfrm rot="-5400000">
              <a:off x="22292" y="-676657"/>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494" name="Google Shape;494;g37bf3141e71_2_11076"/>
            <p:cNvSpPr/>
            <p:nvPr/>
          </p:nvSpPr>
          <p:spPr>
            <a:xfrm>
              <a:off x="-1" y="-443586"/>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95" name="Google Shape;495;g37bf3141e71_2_11076"/>
          <p:cNvSpPr txBox="1"/>
          <p:nvPr>
            <p:ph type="title"/>
          </p:nvPr>
        </p:nvSpPr>
        <p:spPr>
          <a:xfrm>
            <a:off x="6269753" y="2327000"/>
            <a:ext cx="33765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496" name="Google Shape;496;g37bf3141e71_2_11076"/>
          <p:cNvSpPr txBox="1"/>
          <p:nvPr>
            <p:ph idx="1" type="subTitle"/>
          </p:nvPr>
        </p:nvSpPr>
        <p:spPr>
          <a:xfrm>
            <a:off x="6269753" y="3285633"/>
            <a:ext cx="3376500" cy="1796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497" name="Google Shape;497;g37bf3141e71_2_11076"/>
          <p:cNvSpPr/>
          <p:nvPr>
            <p:ph idx="2" type="pic"/>
          </p:nvPr>
        </p:nvSpPr>
        <p:spPr>
          <a:xfrm>
            <a:off x="2777416" y="1709467"/>
            <a:ext cx="1784400" cy="3688800"/>
          </a:xfrm>
          <a:prstGeom prst="rect">
            <a:avLst/>
          </a:prstGeom>
          <a:noFill/>
          <a:ln>
            <a:noFill/>
          </a:ln>
        </p:spPr>
      </p:sp>
      <p:grpSp>
        <p:nvGrpSpPr>
          <p:cNvPr id="498" name="Google Shape;498;g37bf3141e71_2_11076"/>
          <p:cNvGrpSpPr/>
          <p:nvPr/>
        </p:nvGrpSpPr>
        <p:grpSpPr>
          <a:xfrm flipH="1" rot="5400000">
            <a:off x="133341" y="-195001"/>
            <a:ext cx="3259828" cy="3639818"/>
            <a:chOff x="6808150" y="2179547"/>
            <a:chExt cx="2339646" cy="2848281"/>
          </a:xfrm>
        </p:grpSpPr>
        <p:sp>
          <p:nvSpPr>
            <p:cNvPr id="499" name="Google Shape;499;g37bf3141e71_2_11076"/>
            <p:cNvSpPr/>
            <p:nvPr/>
          </p:nvSpPr>
          <p:spPr>
            <a:xfrm>
              <a:off x="8627716" y="2179547"/>
              <a:ext cx="520080" cy="284828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0" name="Google Shape;500;g37bf3141e71_2_11076"/>
            <p:cNvSpPr/>
            <p:nvPr/>
          </p:nvSpPr>
          <p:spPr>
            <a:xfrm>
              <a:off x="6808150" y="4230896"/>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1" name="Google Shape;501;g37bf3141e71_2_11076"/>
            <p:cNvSpPr/>
            <p:nvPr/>
          </p:nvSpPr>
          <p:spPr>
            <a:xfrm>
              <a:off x="8534662" y="4125493"/>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502" name="Shape 502"/>
        <p:cNvGrpSpPr/>
        <p:nvPr/>
      </p:nvGrpSpPr>
      <p:grpSpPr>
        <a:xfrm>
          <a:off x="0" y="0"/>
          <a:ext cx="0" cy="0"/>
          <a:chOff x="0" y="0"/>
          <a:chExt cx="0" cy="0"/>
        </a:xfrm>
      </p:grpSpPr>
      <p:grpSp>
        <p:nvGrpSpPr>
          <p:cNvPr id="503" name="Google Shape;503;g37bf3141e71_2_11131"/>
          <p:cNvGrpSpPr/>
          <p:nvPr/>
        </p:nvGrpSpPr>
        <p:grpSpPr>
          <a:xfrm>
            <a:off x="10873146" y="226060"/>
            <a:ext cx="492410" cy="986494"/>
            <a:chOff x="8246118" y="539509"/>
            <a:chExt cx="369317" cy="739889"/>
          </a:xfrm>
        </p:grpSpPr>
        <p:sp>
          <p:nvSpPr>
            <p:cNvPr id="504" name="Google Shape;504;g37bf3141e71_2_11131"/>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5" name="Google Shape;505;g37bf3141e71_2_11131"/>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6" name="Google Shape;506;g37bf3141e71_2_11131"/>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7" name="Google Shape;507;g37bf3141e71_2_11131"/>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8" name="Google Shape;508;g37bf3141e71_2_11131"/>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09" name="Google Shape;509;g37bf3141e71_2_11131"/>
          <p:cNvGrpSpPr/>
          <p:nvPr/>
        </p:nvGrpSpPr>
        <p:grpSpPr>
          <a:xfrm>
            <a:off x="342017" y="5147298"/>
            <a:ext cx="259130" cy="673311"/>
            <a:chOff x="5025077" y="4050620"/>
            <a:chExt cx="272081" cy="706888"/>
          </a:xfrm>
        </p:grpSpPr>
        <p:sp>
          <p:nvSpPr>
            <p:cNvPr id="510" name="Google Shape;510;g37bf3141e71_2_11131"/>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1" name="Google Shape;511;g37bf3141e71_2_11131"/>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2" name="Google Shape;512;g37bf3141e71_2_11131"/>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3" name="Google Shape;513;g37bf3141e71_2_11131"/>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4" name="Google Shape;514;g37bf3141e71_2_11131"/>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5" name="Google Shape;515;g37bf3141e71_2_11131"/>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6" name="Google Shape;516;g37bf3141e71_2_11131"/>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7" name="Google Shape;517;g37bf3141e71_2_11131"/>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18" name="Google Shape;518;g37bf3141e71_2_11131"/>
          <p:cNvGrpSpPr/>
          <p:nvPr/>
        </p:nvGrpSpPr>
        <p:grpSpPr>
          <a:xfrm>
            <a:off x="9766682" y="402142"/>
            <a:ext cx="832814" cy="634337"/>
            <a:chOff x="6106825" y="306089"/>
            <a:chExt cx="1035194" cy="788486"/>
          </a:xfrm>
        </p:grpSpPr>
        <p:sp>
          <p:nvSpPr>
            <p:cNvPr id="519" name="Google Shape;519;g37bf3141e71_2_11131"/>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0" name="Google Shape;520;g37bf3141e71_2_11131"/>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1" name="Google Shape;521;g37bf3141e71_2_11131"/>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2" name="Google Shape;522;g37bf3141e71_2_11131"/>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3" name="Google Shape;523;g37bf3141e71_2_11131"/>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4" name="Google Shape;524;g37bf3141e71_2_11131"/>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5" name="Google Shape;525;g37bf3141e71_2_11131"/>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6" name="Google Shape;526;g37bf3141e71_2_11131"/>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7" name="Google Shape;527;g37bf3141e71_2_11131"/>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8" name="Google Shape;528;g37bf3141e71_2_11131"/>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9" name="Google Shape;529;g37bf3141e71_2_11131"/>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0" name="Google Shape;530;g37bf3141e71_2_11131"/>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1" name="Google Shape;531;g37bf3141e71_2_11131"/>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2" name="Google Shape;532;g37bf3141e71_2_11131"/>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3" name="Google Shape;533;g37bf3141e71_2_11131"/>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4" name="Google Shape;534;g37bf3141e71_2_11131"/>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5" name="Google Shape;535;g37bf3141e71_2_11131"/>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6" name="Google Shape;536;g37bf3141e71_2_11131"/>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7" name="Google Shape;537;g37bf3141e71_2_11131"/>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8" name="Google Shape;538;g37bf3141e71_2_11131"/>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9" name="Google Shape;539;g37bf3141e71_2_11131"/>
          <p:cNvSpPr txBox="1"/>
          <p:nvPr>
            <p:ph idx="1" type="subTitle"/>
          </p:nvPr>
        </p:nvSpPr>
        <p:spPr>
          <a:xfrm>
            <a:off x="951000" y="1446900"/>
            <a:ext cx="10290000" cy="664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accent1"/>
              </a:buClr>
              <a:buSzPts val="1600"/>
              <a:buChar char="●"/>
              <a:defRPr sz="1500"/>
            </a:lvl1pPr>
            <a:lvl2pPr lvl="1" algn="ctr">
              <a:lnSpc>
                <a:spcPct val="100000"/>
              </a:lnSpc>
              <a:spcBef>
                <a:spcPts val="0"/>
              </a:spcBef>
              <a:spcAft>
                <a:spcPts val="0"/>
              </a:spcAft>
              <a:buSzPts val="1600"/>
              <a:buChar char="○"/>
              <a:defRPr/>
            </a:lvl2pPr>
            <a:lvl3pPr lvl="2" algn="ctr">
              <a:lnSpc>
                <a:spcPct val="100000"/>
              </a:lnSpc>
              <a:spcBef>
                <a:spcPts val="0"/>
              </a:spcBef>
              <a:spcAft>
                <a:spcPts val="0"/>
              </a:spcAft>
              <a:buSzPts val="1600"/>
              <a:buChar char="■"/>
              <a:defRPr/>
            </a:lvl3pPr>
            <a:lvl4pPr lvl="3" algn="ctr">
              <a:lnSpc>
                <a:spcPct val="100000"/>
              </a:lnSpc>
              <a:spcBef>
                <a:spcPts val="0"/>
              </a:spcBef>
              <a:spcAft>
                <a:spcPts val="0"/>
              </a:spcAft>
              <a:buSzPts val="1600"/>
              <a:buChar char="●"/>
              <a:defRPr/>
            </a:lvl4pPr>
            <a:lvl5pPr lvl="4" algn="ctr">
              <a:lnSpc>
                <a:spcPct val="100000"/>
              </a:lnSpc>
              <a:spcBef>
                <a:spcPts val="0"/>
              </a:spcBef>
              <a:spcAft>
                <a:spcPts val="0"/>
              </a:spcAft>
              <a:buSzPts val="1600"/>
              <a:buChar char="○"/>
              <a:defRPr/>
            </a:lvl5pPr>
            <a:lvl6pPr lvl="5" algn="ctr">
              <a:lnSpc>
                <a:spcPct val="100000"/>
              </a:lnSpc>
              <a:spcBef>
                <a:spcPts val="0"/>
              </a:spcBef>
              <a:spcAft>
                <a:spcPts val="0"/>
              </a:spcAft>
              <a:buSzPts val="1600"/>
              <a:buChar char="■"/>
              <a:defRPr/>
            </a:lvl6pPr>
            <a:lvl7pPr lvl="6" algn="ctr">
              <a:lnSpc>
                <a:spcPct val="100000"/>
              </a:lnSpc>
              <a:spcBef>
                <a:spcPts val="0"/>
              </a:spcBef>
              <a:spcAft>
                <a:spcPts val="0"/>
              </a:spcAft>
              <a:buSzPts val="1600"/>
              <a:buChar char="●"/>
              <a:defRPr/>
            </a:lvl7pPr>
            <a:lvl8pPr lvl="7" algn="ctr">
              <a:lnSpc>
                <a:spcPct val="100000"/>
              </a:lnSpc>
              <a:spcBef>
                <a:spcPts val="0"/>
              </a:spcBef>
              <a:spcAft>
                <a:spcPts val="0"/>
              </a:spcAft>
              <a:buSzPts val="1600"/>
              <a:buChar char="○"/>
              <a:defRPr/>
            </a:lvl8pPr>
            <a:lvl9pPr lvl="8" algn="ctr">
              <a:lnSpc>
                <a:spcPct val="100000"/>
              </a:lnSpc>
              <a:spcBef>
                <a:spcPts val="0"/>
              </a:spcBef>
              <a:spcAft>
                <a:spcPts val="0"/>
              </a:spcAft>
              <a:buSzPts val="1600"/>
              <a:buChar char="■"/>
              <a:defRPr/>
            </a:lvl9pPr>
          </a:lstStyle>
          <a:p/>
        </p:txBody>
      </p:sp>
      <p:sp>
        <p:nvSpPr>
          <p:cNvPr id="540" name="Google Shape;540;g37bf3141e71_2_11131"/>
          <p:cNvSpPr txBox="1"/>
          <p:nvPr>
            <p:ph type="title"/>
          </p:nvPr>
        </p:nvSpPr>
        <p:spPr>
          <a:xfrm>
            <a:off x="963168" y="719333"/>
            <a:ext cx="10278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grpSp>
        <p:nvGrpSpPr>
          <p:cNvPr id="541" name="Google Shape;541;g37bf3141e71_2_11131"/>
          <p:cNvGrpSpPr/>
          <p:nvPr/>
        </p:nvGrpSpPr>
        <p:grpSpPr>
          <a:xfrm>
            <a:off x="1" y="0"/>
            <a:ext cx="12191907" cy="6858931"/>
            <a:chOff x="1" y="0"/>
            <a:chExt cx="9144159" cy="5144327"/>
          </a:xfrm>
        </p:grpSpPr>
        <p:grpSp>
          <p:nvGrpSpPr>
            <p:cNvPr id="542" name="Google Shape;542;g37bf3141e71_2_11131"/>
            <p:cNvGrpSpPr/>
            <p:nvPr/>
          </p:nvGrpSpPr>
          <p:grpSpPr>
            <a:xfrm>
              <a:off x="1" y="0"/>
              <a:ext cx="1393728" cy="2193670"/>
              <a:chOff x="-5" y="3169540"/>
              <a:chExt cx="1254142" cy="1973967"/>
            </a:xfrm>
          </p:grpSpPr>
          <p:sp>
            <p:nvSpPr>
              <p:cNvPr id="543" name="Google Shape;543;g37bf3141e71_2_11131"/>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4" name="Google Shape;544;g37bf3141e71_2_11131"/>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5" name="Google Shape;545;g37bf3141e71_2_11131"/>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46" name="Google Shape;546;g37bf3141e71_2_11131"/>
            <p:cNvGrpSpPr/>
            <p:nvPr/>
          </p:nvGrpSpPr>
          <p:grpSpPr>
            <a:xfrm>
              <a:off x="7267069" y="2071869"/>
              <a:ext cx="1877091" cy="3072458"/>
              <a:chOff x="6808150" y="1320878"/>
              <a:chExt cx="2335852" cy="3823368"/>
            </a:xfrm>
          </p:grpSpPr>
          <p:sp>
            <p:nvSpPr>
              <p:cNvPr id="547" name="Google Shape;547;g37bf3141e71_2_11131"/>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8" name="Google Shape;548;g37bf3141e71_2_11131"/>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9" name="Google Shape;549;g37bf3141e71_2_11131"/>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50" name="Shape 550"/>
        <p:cNvGrpSpPr/>
        <p:nvPr/>
      </p:nvGrpSpPr>
      <p:grpSpPr>
        <a:xfrm>
          <a:off x="0" y="0"/>
          <a:ext cx="0" cy="0"/>
          <a:chOff x="0" y="0"/>
          <a:chExt cx="0" cy="0"/>
        </a:xfrm>
      </p:grpSpPr>
      <p:sp>
        <p:nvSpPr>
          <p:cNvPr id="551" name="Google Shape;551;g37bf3141e71_2_11277"/>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552" name="Google Shape;552;g37bf3141e71_2_11277"/>
          <p:cNvSpPr txBox="1"/>
          <p:nvPr>
            <p:ph idx="1" type="subTitle"/>
          </p:nvPr>
        </p:nvSpPr>
        <p:spPr>
          <a:xfrm>
            <a:off x="1260194" y="3195100"/>
            <a:ext cx="3088500" cy="2224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553" name="Google Shape;553;g37bf3141e71_2_11277"/>
          <p:cNvSpPr txBox="1"/>
          <p:nvPr>
            <p:ph idx="2" type="subTitle"/>
          </p:nvPr>
        </p:nvSpPr>
        <p:spPr>
          <a:xfrm>
            <a:off x="4551779" y="3195100"/>
            <a:ext cx="3088500" cy="2224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554" name="Google Shape;554;g37bf3141e71_2_11277"/>
          <p:cNvSpPr txBox="1"/>
          <p:nvPr>
            <p:ph idx="3" type="subTitle"/>
          </p:nvPr>
        </p:nvSpPr>
        <p:spPr>
          <a:xfrm>
            <a:off x="7843406" y="3195100"/>
            <a:ext cx="3088500" cy="2224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555" name="Google Shape;555;g37bf3141e71_2_11277"/>
          <p:cNvSpPr txBox="1"/>
          <p:nvPr>
            <p:ph idx="4" type="subTitle"/>
          </p:nvPr>
        </p:nvSpPr>
        <p:spPr>
          <a:xfrm>
            <a:off x="1260194" y="2044033"/>
            <a:ext cx="3088500" cy="974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556" name="Google Shape;556;g37bf3141e71_2_11277"/>
          <p:cNvSpPr txBox="1"/>
          <p:nvPr>
            <p:ph idx="5" type="subTitle"/>
          </p:nvPr>
        </p:nvSpPr>
        <p:spPr>
          <a:xfrm>
            <a:off x="4551778" y="2044033"/>
            <a:ext cx="3088500" cy="974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557" name="Google Shape;557;g37bf3141e71_2_11277"/>
          <p:cNvSpPr txBox="1"/>
          <p:nvPr>
            <p:ph idx="6" type="subTitle"/>
          </p:nvPr>
        </p:nvSpPr>
        <p:spPr>
          <a:xfrm>
            <a:off x="7843395" y="2044033"/>
            <a:ext cx="3088500" cy="974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grpSp>
        <p:nvGrpSpPr>
          <p:cNvPr id="558" name="Google Shape;558;g37bf3141e71_2_11277"/>
          <p:cNvGrpSpPr/>
          <p:nvPr/>
        </p:nvGrpSpPr>
        <p:grpSpPr>
          <a:xfrm>
            <a:off x="1" y="0"/>
            <a:ext cx="12191907" cy="6858931"/>
            <a:chOff x="1" y="0"/>
            <a:chExt cx="9144159" cy="5144327"/>
          </a:xfrm>
        </p:grpSpPr>
        <p:grpSp>
          <p:nvGrpSpPr>
            <p:cNvPr id="559" name="Google Shape;559;g37bf3141e71_2_11277"/>
            <p:cNvGrpSpPr/>
            <p:nvPr/>
          </p:nvGrpSpPr>
          <p:grpSpPr>
            <a:xfrm>
              <a:off x="1" y="0"/>
              <a:ext cx="1393728" cy="2193670"/>
              <a:chOff x="-5" y="3169540"/>
              <a:chExt cx="1254142" cy="1973967"/>
            </a:xfrm>
          </p:grpSpPr>
          <p:sp>
            <p:nvSpPr>
              <p:cNvPr id="560" name="Google Shape;560;g37bf3141e71_2_11277"/>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61" name="Google Shape;561;g37bf3141e71_2_11277"/>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62" name="Google Shape;562;g37bf3141e71_2_11277"/>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63" name="Google Shape;563;g37bf3141e71_2_11277"/>
            <p:cNvGrpSpPr/>
            <p:nvPr/>
          </p:nvGrpSpPr>
          <p:grpSpPr>
            <a:xfrm>
              <a:off x="7267069" y="2071869"/>
              <a:ext cx="1877091" cy="3072458"/>
              <a:chOff x="6808150" y="1320878"/>
              <a:chExt cx="2335852" cy="3823368"/>
            </a:xfrm>
          </p:grpSpPr>
          <p:sp>
            <p:nvSpPr>
              <p:cNvPr id="564" name="Google Shape;564;g37bf3141e71_2_11277"/>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65" name="Google Shape;565;g37bf3141e71_2_11277"/>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66" name="Google Shape;566;g37bf3141e71_2_11277"/>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rgbClr val="2E2E2E"/>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grpSp>
        <p:nvGrpSpPr>
          <p:cNvPr id="567" name="Google Shape;567;g37bf3141e71_2_11277"/>
          <p:cNvGrpSpPr/>
          <p:nvPr/>
        </p:nvGrpSpPr>
        <p:grpSpPr>
          <a:xfrm rot="10800000">
            <a:off x="340508" y="5645456"/>
            <a:ext cx="492410" cy="986494"/>
            <a:chOff x="8246118" y="539509"/>
            <a:chExt cx="369317" cy="739889"/>
          </a:xfrm>
        </p:grpSpPr>
        <p:sp>
          <p:nvSpPr>
            <p:cNvPr id="568" name="Google Shape;568;g37bf3141e71_2_11277"/>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69" name="Google Shape;569;g37bf3141e71_2_11277"/>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0" name="Google Shape;570;g37bf3141e71_2_11277"/>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1" name="Google Shape;571;g37bf3141e71_2_11277"/>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2" name="Google Shape;572;g37bf3141e71_2_11277"/>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73" name="Google Shape;573;g37bf3141e71_2_11277"/>
          <p:cNvGrpSpPr/>
          <p:nvPr/>
        </p:nvGrpSpPr>
        <p:grpSpPr>
          <a:xfrm>
            <a:off x="-1031203" y="3672373"/>
            <a:ext cx="1863820" cy="1626790"/>
            <a:chOff x="-773421" y="2754348"/>
            <a:chExt cx="1397901" cy="1220123"/>
          </a:xfrm>
        </p:grpSpPr>
        <p:sp>
          <p:nvSpPr>
            <p:cNvPr id="574" name="Google Shape;574;g37bf3141e71_2_11277"/>
            <p:cNvSpPr/>
            <p:nvPr/>
          </p:nvSpPr>
          <p:spPr>
            <a:xfrm rot="10800000">
              <a:off x="-773421" y="2773028"/>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575" name="Google Shape;575;g37bf3141e71_2_11277"/>
            <p:cNvSpPr/>
            <p:nvPr/>
          </p:nvSpPr>
          <p:spPr>
            <a:xfrm rot="-5400000">
              <a:off x="-595788" y="2754204"/>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76" name="Google Shape;576;g37bf3141e71_2_11277"/>
          <p:cNvGrpSpPr/>
          <p:nvPr/>
        </p:nvGrpSpPr>
        <p:grpSpPr>
          <a:xfrm rot="5400000">
            <a:off x="8914664" y="6081245"/>
            <a:ext cx="259130" cy="673311"/>
            <a:chOff x="5025077" y="4050620"/>
            <a:chExt cx="272081" cy="706888"/>
          </a:xfrm>
        </p:grpSpPr>
        <p:sp>
          <p:nvSpPr>
            <p:cNvPr id="577" name="Google Shape;577;g37bf3141e71_2_11277"/>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8" name="Google Shape;578;g37bf3141e71_2_11277"/>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9" name="Google Shape;579;g37bf3141e71_2_11277"/>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0" name="Google Shape;580;g37bf3141e71_2_11277"/>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1" name="Google Shape;581;g37bf3141e71_2_11277"/>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2" name="Google Shape;582;g37bf3141e71_2_11277"/>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3" name="Google Shape;583;g37bf3141e71_2_11277"/>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4" name="Google Shape;584;g37bf3141e71_2_11277"/>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85" name="Google Shape;585;g37bf3141e71_2_11277"/>
          <p:cNvGrpSpPr/>
          <p:nvPr/>
        </p:nvGrpSpPr>
        <p:grpSpPr>
          <a:xfrm rot="5400000">
            <a:off x="11297926" y="316345"/>
            <a:ext cx="832814" cy="634337"/>
            <a:chOff x="6106825" y="306089"/>
            <a:chExt cx="1035194" cy="788486"/>
          </a:xfrm>
        </p:grpSpPr>
        <p:sp>
          <p:nvSpPr>
            <p:cNvPr id="586" name="Google Shape;586;g37bf3141e71_2_11277"/>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7" name="Google Shape;587;g37bf3141e71_2_11277"/>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8" name="Google Shape;588;g37bf3141e71_2_11277"/>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89" name="Google Shape;589;g37bf3141e71_2_11277"/>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0" name="Google Shape;590;g37bf3141e71_2_11277"/>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1" name="Google Shape;591;g37bf3141e71_2_11277"/>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2" name="Google Shape;592;g37bf3141e71_2_11277"/>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3" name="Google Shape;593;g37bf3141e71_2_11277"/>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4" name="Google Shape;594;g37bf3141e71_2_11277"/>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5" name="Google Shape;595;g37bf3141e71_2_11277"/>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6" name="Google Shape;596;g37bf3141e71_2_11277"/>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7" name="Google Shape;597;g37bf3141e71_2_11277"/>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8" name="Google Shape;598;g37bf3141e71_2_11277"/>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99" name="Google Shape;599;g37bf3141e71_2_11277"/>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0" name="Google Shape;600;g37bf3141e71_2_11277"/>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1" name="Google Shape;601;g37bf3141e71_2_11277"/>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2" name="Google Shape;602;g37bf3141e71_2_11277"/>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3" name="Google Shape;603;g37bf3141e71_2_11277"/>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4" name="Google Shape;604;g37bf3141e71_2_11277"/>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5" name="Google Shape;605;g37bf3141e71_2_11277"/>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06" name="Shape 606"/>
        <p:cNvGrpSpPr/>
        <p:nvPr/>
      </p:nvGrpSpPr>
      <p:grpSpPr>
        <a:xfrm>
          <a:off x="0" y="0"/>
          <a:ext cx="0" cy="0"/>
          <a:chOff x="0" y="0"/>
          <a:chExt cx="0" cy="0"/>
        </a:xfrm>
      </p:grpSpPr>
      <p:grpSp>
        <p:nvGrpSpPr>
          <p:cNvPr id="607" name="Google Shape;607;g37bf3141e71_2_11333"/>
          <p:cNvGrpSpPr/>
          <p:nvPr/>
        </p:nvGrpSpPr>
        <p:grpSpPr>
          <a:xfrm>
            <a:off x="1" y="0"/>
            <a:ext cx="12191907" cy="6858931"/>
            <a:chOff x="1" y="0"/>
            <a:chExt cx="9144159" cy="5144327"/>
          </a:xfrm>
        </p:grpSpPr>
        <p:grpSp>
          <p:nvGrpSpPr>
            <p:cNvPr id="608" name="Google Shape;608;g37bf3141e71_2_11333"/>
            <p:cNvGrpSpPr/>
            <p:nvPr/>
          </p:nvGrpSpPr>
          <p:grpSpPr>
            <a:xfrm>
              <a:off x="1" y="0"/>
              <a:ext cx="1393728" cy="2193670"/>
              <a:chOff x="-5" y="3169540"/>
              <a:chExt cx="1254142" cy="1973967"/>
            </a:xfrm>
          </p:grpSpPr>
          <p:sp>
            <p:nvSpPr>
              <p:cNvPr id="609" name="Google Shape;609;g37bf3141e71_2_11333"/>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0" name="Google Shape;610;g37bf3141e71_2_11333"/>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1" name="Google Shape;611;g37bf3141e71_2_11333"/>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12" name="Google Shape;612;g37bf3141e71_2_11333"/>
            <p:cNvGrpSpPr/>
            <p:nvPr/>
          </p:nvGrpSpPr>
          <p:grpSpPr>
            <a:xfrm>
              <a:off x="7267069" y="2071869"/>
              <a:ext cx="1877091" cy="3072458"/>
              <a:chOff x="6808150" y="1320878"/>
              <a:chExt cx="2335852" cy="3823368"/>
            </a:xfrm>
          </p:grpSpPr>
          <p:sp>
            <p:nvSpPr>
              <p:cNvPr id="613" name="Google Shape;613;g37bf3141e71_2_11333"/>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4" name="Google Shape;614;g37bf3141e71_2_11333"/>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5" name="Google Shape;615;g37bf3141e71_2_11333"/>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grpSp>
        <p:nvGrpSpPr>
          <p:cNvPr id="616" name="Google Shape;616;g37bf3141e71_2_11333"/>
          <p:cNvGrpSpPr/>
          <p:nvPr/>
        </p:nvGrpSpPr>
        <p:grpSpPr>
          <a:xfrm rot="10800000">
            <a:off x="340508" y="5645456"/>
            <a:ext cx="492410" cy="986494"/>
            <a:chOff x="8246118" y="539509"/>
            <a:chExt cx="369317" cy="739889"/>
          </a:xfrm>
        </p:grpSpPr>
        <p:sp>
          <p:nvSpPr>
            <p:cNvPr id="617" name="Google Shape;617;g37bf3141e71_2_11333"/>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8" name="Google Shape;618;g37bf3141e71_2_11333"/>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9" name="Google Shape;619;g37bf3141e71_2_11333"/>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0" name="Google Shape;620;g37bf3141e71_2_11333"/>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1" name="Google Shape;621;g37bf3141e71_2_11333"/>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22" name="Google Shape;622;g37bf3141e71_2_11333"/>
          <p:cNvGrpSpPr/>
          <p:nvPr/>
        </p:nvGrpSpPr>
        <p:grpSpPr>
          <a:xfrm rot="5400000">
            <a:off x="11297926" y="1796078"/>
            <a:ext cx="832814" cy="634337"/>
            <a:chOff x="6106825" y="306089"/>
            <a:chExt cx="1035194" cy="788486"/>
          </a:xfrm>
        </p:grpSpPr>
        <p:sp>
          <p:nvSpPr>
            <p:cNvPr id="623" name="Google Shape;623;g37bf3141e71_2_11333"/>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4" name="Google Shape;624;g37bf3141e71_2_11333"/>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5" name="Google Shape;625;g37bf3141e71_2_11333"/>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6" name="Google Shape;626;g37bf3141e71_2_11333"/>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7" name="Google Shape;627;g37bf3141e71_2_11333"/>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8" name="Google Shape;628;g37bf3141e71_2_11333"/>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9" name="Google Shape;629;g37bf3141e71_2_11333"/>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0" name="Google Shape;630;g37bf3141e71_2_11333"/>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1" name="Google Shape;631;g37bf3141e71_2_11333"/>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2" name="Google Shape;632;g37bf3141e71_2_11333"/>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3" name="Google Shape;633;g37bf3141e71_2_11333"/>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4" name="Google Shape;634;g37bf3141e71_2_11333"/>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5" name="Google Shape;635;g37bf3141e71_2_11333"/>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6" name="Google Shape;636;g37bf3141e71_2_11333"/>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7" name="Google Shape;637;g37bf3141e71_2_11333"/>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8" name="Google Shape;638;g37bf3141e71_2_11333"/>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9" name="Google Shape;639;g37bf3141e71_2_11333"/>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0" name="Google Shape;640;g37bf3141e71_2_11333"/>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1" name="Google Shape;641;g37bf3141e71_2_11333"/>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2" name="Google Shape;642;g37bf3141e71_2_11333"/>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43" name="Google Shape;643;g37bf3141e71_2_11333"/>
          <p:cNvGrpSpPr/>
          <p:nvPr/>
        </p:nvGrpSpPr>
        <p:grpSpPr>
          <a:xfrm>
            <a:off x="-1309247" y="3107718"/>
            <a:ext cx="2259993" cy="2250303"/>
            <a:chOff x="5010334" y="-947702"/>
            <a:chExt cx="1842636" cy="1834885"/>
          </a:xfrm>
        </p:grpSpPr>
        <p:sp>
          <p:nvSpPr>
            <p:cNvPr id="644" name="Google Shape;644;g37bf3141e71_2_11333"/>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5" name="Google Shape;645;g37bf3141e71_2_11333"/>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6" name="Google Shape;646;g37bf3141e71_2_11333"/>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47" name="Google Shape;647;g37bf3141e71_2_11333"/>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648" name="Google Shape;648;g37bf3141e71_2_11333"/>
          <p:cNvSpPr txBox="1"/>
          <p:nvPr>
            <p:ph idx="1" type="subTitle"/>
          </p:nvPr>
        </p:nvSpPr>
        <p:spPr>
          <a:xfrm>
            <a:off x="960002" y="2341933"/>
            <a:ext cx="4937100" cy="132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649" name="Google Shape;649;g37bf3141e71_2_11333"/>
          <p:cNvSpPr txBox="1"/>
          <p:nvPr>
            <p:ph idx="2" type="subTitle"/>
          </p:nvPr>
        </p:nvSpPr>
        <p:spPr>
          <a:xfrm>
            <a:off x="6303818" y="2341933"/>
            <a:ext cx="4937100" cy="132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650" name="Google Shape;650;g37bf3141e71_2_11333"/>
          <p:cNvSpPr txBox="1"/>
          <p:nvPr>
            <p:ph idx="3" type="subTitle"/>
          </p:nvPr>
        </p:nvSpPr>
        <p:spPr>
          <a:xfrm>
            <a:off x="960000" y="4556133"/>
            <a:ext cx="4937100" cy="132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651" name="Google Shape;651;g37bf3141e71_2_11333"/>
          <p:cNvSpPr txBox="1"/>
          <p:nvPr>
            <p:ph idx="4" type="subTitle"/>
          </p:nvPr>
        </p:nvSpPr>
        <p:spPr>
          <a:xfrm>
            <a:off x="6303817" y="4556133"/>
            <a:ext cx="4937100" cy="1328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652" name="Google Shape;652;g37bf3141e71_2_11333"/>
          <p:cNvSpPr txBox="1"/>
          <p:nvPr>
            <p:ph idx="5" type="subTitle"/>
          </p:nvPr>
        </p:nvSpPr>
        <p:spPr>
          <a:xfrm>
            <a:off x="960000" y="1839133"/>
            <a:ext cx="4937100" cy="502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653" name="Google Shape;653;g37bf3141e71_2_11333"/>
          <p:cNvSpPr txBox="1"/>
          <p:nvPr>
            <p:ph idx="6" type="subTitle"/>
          </p:nvPr>
        </p:nvSpPr>
        <p:spPr>
          <a:xfrm>
            <a:off x="960000" y="4053333"/>
            <a:ext cx="4937100" cy="502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654" name="Google Shape;654;g37bf3141e71_2_11333"/>
          <p:cNvSpPr txBox="1"/>
          <p:nvPr>
            <p:ph idx="7" type="subTitle"/>
          </p:nvPr>
        </p:nvSpPr>
        <p:spPr>
          <a:xfrm>
            <a:off x="6303771" y="1839133"/>
            <a:ext cx="4937100" cy="502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655" name="Google Shape;655;g37bf3141e71_2_11333"/>
          <p:cNvSpPr txBox="1"/>
          <p:nvPr>
            <p:ph idx="8" type="subTitle"/>
          </p:nvPr>
        </p:nvSpPr>
        <p:spPr>
          <a:xfrm>
            <a:off x="6303771" y="4053333"/>
            <a:ext cx="4937100" cy="5028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56" name="Shape 656"/>
        <p:cNvGrpSpPr/>
        <p:nvPr/>
      </p:nvGrpSpPr>
      <p:grpSpPr>
        <a:xfrm>
          <a:off x="0" y="0"/>
          <a:ext cx="0" cy="0"/>
          <a:chOff x="0" y="0"/>
          <a:chExt cx="0" cy="0"/>
        </a:xfrm>
      </p:grpSpPr>
      <p:grpSp>
        <p:nvGrpSpPr>
          <p:cNvPr id="657" name="Google Shape;657;g37bf3141e71_2_11383"/>
          <p:cNvGrpSpPr/>
          <p:nvPr/>
        </p:nvGrpSpPr>
        <p:grpSpPr>
          <a:xfrm>
            <a:off x="1" y="0"/>
            <a:ext cx="12191907" cy="6858931"/>
            <a:chOff x="1" y="0"/>
            <a:chExt cx="9144159" cy="5144327"/>
          </a:xfrm>
        </p:grpSpPr>
        <p:grpSp>
          <p:nvGrpSpPr>
            <p:cNvPr id="658" name="Google Shape;658;g37bf3141e71_2_11383"/>
            <p:cNvGrpSpPr/>
            <p:nvPr/>
          </p:nvGrpSpPr>
          <p:grpSpPr>
            <a:xfrm>
              <a:off x="1" y="0"/>
              <a:ext cx="1393728" cy="2193670"/>
              <a:chOff x="-5" y="3169540"/>
              <a:chExt cx="1254142" cy="1973967"/>
            </a:xfrm>
          </p:grpSpPr>
          <p:sp>
            <p:nvSpPr>
              <p:cNvPr id="659" name="Google Shape;659;g37bf3141e71_2_11383"/>
              <p:cNvSpPr/>
              <p:nvPr/>
            </p:nvSpPr>
            <p:spPr>
              <a:xfrm>
                <a:off x="416620"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0" name="Google Shape;660;g37bf3141e71_2_11383"/>
              <p:cNvSpPr/>
              <p:nvPr/>
            </p:nvSpPr>
            <p:spPr>
              <a:xfrm>
                <a:off x="-5" y="3550472"/>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1" name="Google Shape;661;g37bf3141e71_2_11383"/>
              <p:cNvSpPr/>
              <p:nvPr/>
            </p:nvSpPr>
            <p:spPr>
              <a:xfrm>
                <a:off x="343335" y="3459715"/>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62" name="Google Shape;662;g37bf3141e71_2_11383"/>
            <p:cNvGrpSpPr/>
            <p:nvPr/>
          </p:nvGrpSpPr>
          <p:grpSpPr>
            <a:xfrm>
              <a:off x="7267069" y="2071869"/>
              <a:ext cx="1877091" cy="3072458"/>
              <a:chOff x="6808150" y="1320878"/>
              <a:chExt cx="2335852" cy="3823368"/>
            </a:xfrm>
          </p:grpSpPr>
          <p:sp>
            <p:nvSpPr>
              <p:cNvPr id="663" name="Google Shape;663;g37bf3141e71_2_11383"/>
              <p:cNvSpPr/>
              <p:nvPr/>
            </p:nvSpPr>
            <p:spPr>
              <a:xfrm>
                <a:off x="8466626" y="1320878"/>
                <a:ext cx="677376" cy="3823368"/>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4" name="Google Shape;664;g37bf3141e71_2_11383"/>
              <p:cNvSpPr/>
              <p:nvPr/>
            </p:nvSpPr>
            <p:spPr>
              <a:xfrm>
                <a:off x="6808150" y="4693068"/>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5" name="Google Shape;665;g37bf3141e71_2_11383"/>
              <p:cNvSpPr/>
              <p:nvPr/>
            </p:nvSpPr>
            <p:spPr>
              <a:xfrm>
                <a:off x="8323424" y="4524007"/>
                <a:ext cx="290060" cy="355184"/>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grpSp>
        <p:nvGrpSpPr>
          <p:cNvPr id="666" name="Google Shape;666;g37bf3141e71_2_11383"/>
          <p:cNvGrpSpPr/>
          <p:nvPr/>
        </p:nvGrpSpPr>
        <p:grpSpPr>
          <a:xfrm rot="10800000">
            <a:off x="340508" y="5645456"/>
            <a:ext cx="492410" cy="986494"/>
            <a:chOff x="8246118" y="539509"/>
            <a:chExt cx="369317" cy="739889"/>
          </a:xfrm>
        </p:grpSpPr>
        <p:sp>
          <p:nvSpPr>
            <p:cNvPr id="667" name="Google Shape;667;g37bf3141e71_2_11383"/>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8" name="Google Shape;668;g37bf3141e71_2_11383"/>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9" name="Google Shape;669;g37bf3141e71_2_11383"/>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70" name="Google Shape;670;g37bf3141e71_2_11383"/>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71" name="Google Shape;671;g37bf3141e71_2_11383"/>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72" name="Google Shape;672;g37bf3141e71_2_11383"/>
          <p:cNvGrpSpPr/>
          <p:nvPr/>
        </p:nvGrpSpPr>
        <p:grpSpPr>
          <a:xfrm>
            <a:off x="-1031203" y="3672373"/>
            <a:ext cx="1863820" cy="1626790"/>
            <a:chOff x="-773421" y="2754348"/>
            <a:chExt cx="1397901" cy="1220123"/>
          </a:xfrm>
        </p:grpSpPr>
        <p:sp>
          <p:nvSpPr>
            <p:cNvPr id="673" name="Google Shape;673;g37bf3141e71_2_11383"/>
            <p:cNvSpPr/>
            <p:nvPr/>
          </p:nvSpPr>
          <p:spPr>
            <a:xfrm rot="10800000">
              <a:off x="-773421" y="2773028"/>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674" name="Google Shape;674;g37bf3141e71_2_11383"/>
            <p:cNvSpPr/>
            <p:nvPr/>
          </p:nvSpPr>
          <p:spPr>
            <a:xfrm rot="-5400000">
              <a:off x="-595788" y="2754204"/>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75" name="Google Shape;675;g37bf3141e71_2_11383"/>
          <p:cNvGrpSpPr/>
          <p:nvPr/>
        </p:nvGrpSpPr>
        <p:grpSpPr>
          <a:xfrm rot="5400000">
            <a:off x="8914664" y="6081245"/>
            <a:ext cx="259130" cy="673311"/>
            <a:chOff x="5025077" y="4050620"/>
            <a:chExt cx="272081" cy="706888"/>
          </a:xfrm>
        </p:grpSpPr>
        <p:sp>
          <p:nvSpPr>
            <p:cNvPr id="676" name="Google Shape;676;g37bf3141e71_2_11383"/>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77" name="Google Shape;677;g37bf3141e71_2_11383"/>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78" name="Google Shape;678;g37bf3141e71_2_11383"/>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79" name="Google Shape;679;g37bf3141e71_2_11383"/>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0" name="Google Shape;680;g37bf3141e71_2_11383"/>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1" name="Google Shape;681;g37bf3141e71_2_11383"/>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2" name="Google Shape;682;g37bf3141e71_2_11383"/>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3" name="Google Shape;683;g37bf3141e71_2_11383"/>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84" name="Google Shape;684;g37bf3141e71_2_11383"/>
          <p:cNvGrpSpPr/>
          <p:nvPr/>
        </p:nvGrpSpPr>
        <p:grpSpPr>
          <a:xfrm rot="5400000">
            <a:off x="11297926" y="316345"/>
            <a:ext cx="832814" cy="634337"/>
            <a:chOff x="6106825" y="306089"/>
            <a:chExt cx="1035194" cy="788486"/>
          </a:xfrm>
        </p:grpSpPr>
        <p:sp>
          <p:nvSpPr>
            <p:cNvPr id="685" name="Google Shape;685;g37bf3141e71_2_11383"/>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6" name="Google Shape;686;g37bf3141e71_2_11383"/>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7" name="Google Shape;687;g37bf3141e71_2_11383"/>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8" name="Google Shape;688;g37bf3141e71_2_11383"/>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9" name="Google Shape;689;g37bf3141e71_2_11383"/>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0" name="Google Shape;690;g37bf3141e71_2_11383"/>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1" name="Google Shape;691;g37bf3141e71_2_11383"/>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2" name="Google Shape;692;g37bf3141e71_2_11383"/>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3" name="Google Shape;693;g37bf3141e71_2_11383"/>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4" name="Google Shape;694;g37bf3141e71_2_11383"/>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5" name="Google Shape;695;g37bf3141e71_2_11383"/>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6" name="Google Shape;696;g37bf3141e71_2_11383"/>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7" name="Google Shape;697;g37bf3141e71_2_11383"/>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8" name="Google Shape;698;g37bf3141e71_2_11383"/>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9" name="Google Shape;699;g37bf3141e71_2_11383"/>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0" name="Google Shape;700;g37bf3141e71_2_11383"/>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1" name="Google Shape;701;g37bf3141e71_2_11383"/>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2" name="Google Shape;702;g37bf3141e71_2_11383"/>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3" name="Google Shape;703;g37bf3141e71_2_11383"/>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4" name="Google Shape;704;g37bf3141e71_2_11383"/>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705" name="Google Shape;705;g37bf3141e71_2_11383"/>
          <p:cNvSpPr txBox="1"/>
          <p:nvPr>
            <p:ph type="title"/>
          </p:nvPr>
        </p:nvSpPr>
        <p:spPr>
          <a:xfrm>
            <a:off x="960000" y="719333"/>
            <a:ext cx="102720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706" name="Google Shape;706;g37bf3141e71_2_11383"/>
          <p:cNvSpPr txBox="1"/>
          <p:nvPr>
            <p:ph idx="1" type="subTitle"/>
          </p:nvPr>
        </p:nvSpPr>
        <p:spPr>
          <a:xfrm>
            <a:off x="950967" y="2403091"/>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07" name="Google Shape;707;g37bf3141e71_2_11383"/>
          <p:cNvSpPr txBox="1"/>
          <p:nvPr>
            <p:ph idx="2" type="subTitle"/>
          </p:nvPr>
        </p:nvSpPr>
        <p:spPr>
          <a:xfrm>
            <a:off x="4532600" y="2403064"/>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08" name="Google Shape;708;g37bf3141e71_2_11383"/>
          <p:cNvSpPr txBox="1"/>
          <p:nvPr>
            <p:ph idx="3" type="subTitle"/>
          </p:nvPr>
        </p:nvSpPr>
        <p:spPr>
          <a:xfrm>
            <a:off x="950967" y="4757633"/>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09" name="Google Shape;709;g37bf3141e71_2_11383"/>
          <p:cNvSpPr txBox="1"/>
          <p:nvPr>
            <p:ph idx="4" type="subTitle"/>
          </p:nvPr>
        </p:nvSpPr>
        <p:spPr>
          <a:xfrm>
            <a:off x="4532600" y="4757628"/>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10" name="Google Shape;710;g37bf3141e71_2_11383"/>
          <p:cNvSpPr txBox="1"/>
          <p:nvPr>
            <p:ph idx="5" type="subTitle"/>
          </p:nvPr>
        </p:nvSpPr>
        <p:spPr>
          <a:xfrm>
            <a:off x="8105200" y="2403064"/>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11" name="Google Shape;711;g37bf3141e71_2_11383"/>
          <p:cNvSpPr txBox="1"/>
          <p:nvPr>
            <p:ph idx="6" type="subTitle"/>
          </p:nvPr>
        </p:nvSpPr>
        <p:spPr>
          <a:xfrm>
            <a:off x="8105200" y="4757628"/>
            <a:ext cx="3126900" cy="13533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12" name="Google Shape;712;g37bf3141e71_2_11383"/>
          <p:cNvSpPr txBox="1"/>
          <p:nvPr>
            <p:ph idx="7" type="subTitle"/>
          </p:nvPr>
        </p:nvSpPr>
        <p:spPr>
          <a:xfrm>
            <a:off x="950967" y="1718767"/>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13" name="Google Shape;713;g37bf3141e71_2_11383"/>
          <p:cNvSpPr txBox="1"/>
          <p:nvPr>
            <p:ph idx="8" type="subTitle"/>
          </p:nvPr>
        </p:nvSpPr>
        <p:spPr>
          <a:xfrm>
            <a:off x="4532600" y="1718767"/>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14" name="Google Shape;714;g37bf3141e71_2_11383"/>
          <p:cNvSpPr txBox="1"/>
          <p:nvPr>
            <p:ph idx="9" type="subTitle"/>
          </p:nvPr>
        </p:nvSpPr>
        <p:spPr>
          <a:xfrm>
            <a:off x="8105200" y="1718767"/>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15" name="Google Shape;715;g37bf3141e71_2_11383"/>
          <p:cNvSpPr txBox="1"/>
          <p:nvPr>
            <p:ph idx="13" type="subTitle"/>
          </p:nvPr>
        </p:nvSpPr>
        <p:spPr>
          <a:xfrm>
            <a:off x="950967" y="4079856"/>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16" name="Google Shape;716;g37bf3141e71_2_11383"/>
          <p:cNvSpPr txBox="1"/>
          <p:nvPr>
            <p:ph idx="14" type="subTitle"/>
          </p:nvPr>
        </p:nvSpPr>
        <p:spPr>
          <a:xfrm>
            <a:off x="4532600" y="4079856"/>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
        <p:nvSpPr>
          <p:cNvPr id="717" name="Google Shape;717;g37bf3141e71_2_11383"/>
          <p:cNvSpPr txBox="1"/>
          <p:nvPr>
            <p:ph idx="15" type="subTitle"/>
          </p:nvPr>
        </p:nvSpPr>
        <p:spPr>
          <a:xfrm>
            <a:off x="8105200" y="4079856"/>
            <a:ext cx="3126900" cy="8292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Font typeface="Raleway"/>
              <a:buNone/>
              <a:defRPr b="1" sz="2400">
                <a:solidFill>
                  <a:schemeClr val="dk1"/>
                </a:solidFill>
                <a:latin typeface="Epilogue"/>
                <a:ea typeface="Epilogue"/>
                <a:cs typeface="Epilogue"/>
                <a:sym typeface="Epilogue"/>
              </a:defRPr>
            </a:lvl1pPr>
            <a:lvl2pPr lvl="1" algn="ctr">
              <a:lnSpc>
                <a:spcPct val="100000"/>
              </a:lnSpc>
              <a:spcBef>
                <a:spcPts val="0"/>
              </a:spcBef>
              <a:spcAft>
                <a:spcPts val="0"/>
              </a:spcAft>
              <a:buSzPts val="3200"/>
              <a:buFont typeface="Raleway"/>
              <a:buNone/>
              <a:defRPr b="1" sz="3200">
                <a:latin typeface="Raleway"/>
                <a:ea typeface="Raleway"/>
                <a:cs typeface="Raleway"/>
                <a:sym typeface="Raleway"/>
              </a:defRPr>
            </a:lvl2pPr>
            <a:lvl3pPr lvl="2" algn="ctr">
              <a:lnSpc>
                <a:spcPct val="100000"/>
              </a:lnSpc>
              <a:spcBef>
                <a:spcPts val="0"/>
              </a:spcBef>
              <a:spcAft>
                <a:spcPts val="0"/>
              </a:spcAft>
              <a:buSzPts val="3200"/>
              <a:buFont typeface="Raleway"/>
              <a:buNone/>
              <a:defRPr b="1" sz="3200">
                <a:latin typeface="Raleway"/>
                <a:ea typeface="Raleway"/>
                <a:cs typeface="Raleway"/>
                <a:sym typeface="Raleway"/>
              </a:defRPr>
            </a:lvl3pPr>
            <a:lvl4pPr lvl="3" algn="ctr">
              <a:lnSpc>
                <a:spcPct val="100000"/>
              </a:lnSpc>
              <a:spcBef>
                <a:spcPts val="0"/>
              </a:spcBef>
              <a:spcAft>
                <a:spcPts val="0"/>
              </a:spcAft>
              <a:buSzPts val="3200"/>
              <a:buFont typeface="Raleway"/>
              <a:buNone/>
              <a:defRPr b="1" sz="3200">
                <a:latin typeface="Raleway"/>
                <a:ea typeface="Raleway"/>
                <a:cs typeface="Raleway"/>
                <a:sym typeface="Raleway"/>
              </a:defRPr>
            </a:lvl4pPr>
            <a:lvl5pPr lvl="4" algn="ctr">
              <a:lnSpc>
                <a:spcPct val="100000"/>
              </a:lnSpc>
              <a:spcBef>
                <a:spcPts val="0"/>
              </a:spcBef>
              <a:spcAft>
                <a:spcPts val="0"/>
              </a:spcAft>
              <a:buSzPts val="3200"/>
              <a:buFont typeface="Raleway"/>
              <a:buNone/>
              <a:defRPr b="1" sz="3200">
                <a:latin typeface="Raleway"/>
                <a:ea typeface="Raleway"/>
                <a:cs typeface="Raleway"/>
                <a:sym typeface="Raleway"/>
              </a:defRPr>
            </a:lvl5pPr>
            <a:lvl6pPr lvl="5" algn="ctr">
              <a:lnSpc>
                <a:spcPct val="100000"/>
              </a:lnSpc>
              <a:spcBef>
                <a:spcPts val="0"/>
              </a:spcBef>
              <a:spcAft>
                <a:spcPts val="0"/>
              </a:spcAft>
              <a:buSzPts val="3200"/>
              <a:buFont typeface="Raleway"/>
              <a:buNone/>
              <a:defRPr b="1" sz="3200">
                <a:latin typeface="Raleway"/>
                <a:ea typeface="Raleway"/>
                <a:cs typeface="Raleway"/>
                <a:sym typeface="Raleway"/>
              </a:defRPr>
            </a:lvl6pPr>
            <a:lvl7pPr lvl="6" algn="ctr">
              <a:lnSpc>
                <a:spcPct val="100000"/>
              </a:lnSpc>
              <a:spcBef>
                <a:spcPts val="0"/>
              </a:spcBef>
              <a:spcAft>
                <a:spcPts val="0"/>
              </a:spcAft>
              <a:buSzPts val="3200"/>
              <a:buFont typeface="Raleway"/>
              <a:buNone/>
              <a:defRPr b="1" sz="3200">
                <a:latin typeface="Raleway"/>
                <a:ea typeface="Raleway"/>
                <a:cs typeface="Raleway"/>
                <a:sym typeface="Raleway"/>
              </a:defRPr>
            </a:lvl7pPr>
            <a:lvl8pPr lvl="7" algn="ctr">
              <a:lnSpc>
                <a:spcPct val="100000"/>
              </a:lnSpc>
              <a:spcBef>
                <a:spcPts val="0"/>
              </a:spcBef>
              <a:spcAft>
                <a:spcPts val="0"/>
              </a:spcAft>
              <a:buSzPts val="3200"/>
              <a:buFont typeface="Raleway"/>
              <a:buNone/>
              <a:defRPr b="1" sz="3200">
                <a:latin typeface="Raleway"/>
                <a:ea typeface="Raleway"/>
                <a:cs typeface="Raleway"/>
                <a:sym typeface="Raleway"/>
              </a:defRPr>
            </a:lvl8pPr>
            <a:lvl9pPr lvl="8" algn="ctr">
              <a:lnSpc>
                <a:spcPct val="100000"/>
              </a:lnSpc>
              <a:spcBef>
                <a:spcPts val="0"/>
              </a:spcBef>
              <a:spcAft>
                <a:spcPts val="0"/>
              </a:spcAft>
              <a:buSzPts val="3200"/>
              <a:buFont typeface="Raleway"/>
              <a:buNone/>
              <a:defRPr b="1" sz="32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18" name="Shape 718"/>
        <p:cNvGrpSpPr/>
        <p:nvPr/>
      </p:nvGrpSpPr>
      <p:grpSpPr>
        <a:xfrm>
          <a:off x="0" y="0"/>
          <a:ext cx="0" cy="0"/>
          <a:chOff x="0" y="0"/>
          <a:chExt cx="0" cy="0"/>
        </a:xfrm>
      </p:grpSpPr>
      <p:grpSp>
        <p:nvGrpSpPr>
          <p:cNvPr id="719" name="Google Shape;719;g37bf3141e71_2_11445"/>
          <p:cNvGrpSpPr/>
          <p:nvPr/>
        </p:nvGrpSpPr>
        <p:grpSpPr>
          <a:xfrm rot="10800000">
            <a:off x="43" y="3933272"/>
            <a:ext cx="1858262" cy="2924827"/>
            <a:chOff x="-5" y="3169540"/>
            <a:chExt cx="1254142" cy="1973967"/>
          </a:xfrm>
        </p:grpSpPr>
        <p:sp>
          <p:nvSpPr>
            <p:cNvPr id="720" name="Google Shape;720;g37bf3141e71_2_11445"/>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1" name="Google Shape;721;g37bf3141e71_2_11445"/>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2" name="Google Shape;722;g37bf3141e71_2_11445"/>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23" name="Google Shape;723;g37bf3141e71_2_11445"/>
          <p:cNvGrpSpPr/>
          <p:nvPr/>
        </p:nvGrpSpPr>
        <p:grpSpPr>
          <a:xfrm>
            <a:off x="10873146" y="719327"/>
            <a:ext cx="492410" cy="986494"/>
            <a:chOff x="8246118" y="539509"/>
            <a:chExt cx="369317" cy="739889"/>
          </a:xfrm>
        </p:grpSpPr>
        <p:sp>
          <p:nvSpPr>
            <p:cNvPr id="724" name="Google Shape;724;g37bf3141e71_2_11445"/>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5" name="Google Shape;725;g37bf3141e71_2_11445"/>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6" name="Google Shape;726;g37bf3141e71_2_11445"/>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7" name="Google Shape;727;g37bf3141e71_2_11445"/>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8" name="Google Shape;728;g37bf3141e71_2_11445"/>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29" name="Google Shape;729;g37bf3141e71_2_11445"/>
          <p:cNvGrpSpPr/>
          <p:nvPr/>
        </p:nvGrpSpPr>
        <p:grpSpPr>
          <a:xfrm>
            <a:off x="342017" y="1822865"/>
            <a:ext cx="259130" cy="673311"/>
            <a:chOff x="5025077" y="4050620"/>
            <a:chExt cx="272081" cy="706888"/>
          </a:xfrm>
        </p:grpSpPr>
        <p:sp>
          <p:nvSpPr>
            <p:cNvPr id="730" name="Google Shape;730;g37bf3141e71_2_11445"/>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1" name="Google Shape;731;g37bf3141e71_2_11445"/>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2" name="Google Shape;732;g37bf3141e71_2_11445"/>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3" name="Google Shape;733;g37bf3141e71_2_11445"/>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4" name="Google Shape;734;g37bf3141e71_2_11445"/>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5" name="Google Shape;735;g37bf3141e71_2_11445"/>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6" name="Google Shape;736;g37bf3141e71_2_11445"/>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37" name="Google Shape;737;g37bf3141e71_2_11445"/>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38" name="Google Shape;738;g37bf3141e71_2_11445"/>
          <p:cNvGrpSpPr/>
          <p:nvPr/>
        </p:nvGrpSpPr>
        <p:grpSpPr>
          <a:xfrm>
            <a:off x="9766682" y="402142"/>
            <a:ext cx="832814" cy="634337"/>
            <a:chOff x="6106825" y="306089"/>
            <a:chExt cx="1035194" cy="788486"/>
          </a:xfrm>
        </p:grpSpPr>
        <p:sp>
          <p:nvSpPr>
            <p:cNvPr id="739" name="Google Shape;739;g37bf3141e71_2_11445"/>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0" name="Google Shape;740;g37bf3141e71_2_11445"/>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1" name="Google Shape;741;g37bf3141e71_2_11445"/>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2" name="Google Shape;742;g37bf3141e71_2_11445"/>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3" name="Google Shape;743;g37bf3141e71_2_11445"/>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4" name="Google Shape;744;g37bf3141e71_2_11445"/>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5" name="Google Shape;745;g37bf3141e71_2_11445"/>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6" name="Google Shape;746;g37bf3141e71_2_11445"/>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7" name="Google Shape;747;g37bf3141e71_2_11445"/>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8" name="Google Shape;748;g37bf3141e71_2_11445"/>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9" name="Google Shape;749;g37bf3141e71_2_11445"/>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0" name="Google Shape;750;g37bf3141e71_2_11445"/>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1" name="Google Shape;751;g37bf3141e71_2_11445"/>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2" name="Google Shape;752;g37bf3141e71_2_11445"/>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3" name="Google Shape;753;g37bf3141e71_2_11445"/>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4" name="Google Shape;754;g37bf3141e71_2_11445"/>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5" name="Google Shape;755;g37bf3141e71_2_11445"/>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6" name="Google Shape;756;g37bf3141e71_2_11445"/>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7" name="Google Shape;757;g37bf3141e71_2_11445"/>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58" name="Google Shape;758;g37bf3141e71_2_11445"/>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59" name="Google Shape;759;g37bf3141e71_2_11445"/>
          <p:cNvGrpSpPr/>
          <p:nvPr/>
        </p:nvGrpSpPr>
        <p:grpSpPr>
          <a:xfrm>
            <a:off x="8936145" y="2120477"/>
            <a:ext cx="3254528" cy="4735043"/>
            <a:chOff x="6808150" y="1320878"/>
            <a:chExt cx="2335841" cy="3705331"/>
          </a:xfrm>
        </p:grpSpPr>
        <p:sp>
          <p:nvSpPr>
            <p:cNvPr id="760" name="Google Shape;760;g37bf3141e71_2_11445"/>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61" name="Google Shape;761;g37bf3141e71_2_11445"/>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62" name="Google Shape;762;g37bf3141e71_2_11445"/>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63" name="Google Shape;763;g37bf3141e71_2_11445"/>
          <p:cNvGrpSpPr/>
          <p:nvPr/>
        </p:nvGrpSpPr>
        <p:grpSpPr>
          <a:xfrm rot="2700000">
            <a:off x="-1658394" y="3122045"/>
            <a:ext cx="2260080" cy="2250314"/>
            <a:chOff x="5010334" y="-947702"/>
            <a:chExt cx="1842636" cy="1834885"/>
          </a:xfrm>
        </p:grpSpPr>
        <p:sp>
          <p:nvSpPr>
            <p:cNvPr id="764" name="Google Shape;764;g37bf3141e71_2_11445"/>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65" name="Google Shape;765;g37bf3141e71_2_11445"/>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66" name="Google Shape;766;g37bf3141e71_2_11445"/>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67" name="Google Shape;767;g37bf3141e71_2_11445"/>
          <p:cNvGrpSpPr/>
          <p:nvPr/>
        </p:nvGrpSpPr>
        <p:grpSpPr>
          <a:xfrm>
            <a:off x="-2" y="-897986"/>
            <a:ext cx="1626790" cy="1933729"/>
            <a:chOff x="-1" y="-673507"/>
            <a:chExt cx="1220123" cy="1450333"/>
          </a:xfrm>
        </p:grpSpPr>
        <p:sp>
          <p:nvSpPr>
            <p:cNvPr id="768" name="Google Shape;768;g37bf3141e71_2_11445"/>
            <p:cNvSpPr/>
            <p:nvPr/>
          </p:nvSpPr>
          <p:spPr>
            <a:xfrm rot="-5400000">
              <a:off x="22292" y="-676657"/>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769" name="Google Shape;769;g37bf3141e71_2_11445"/>
            <p:cNvSpPr/>
            <p:nvPr/>
          </p:nvSpPr>
          <p:spPr>
            <a:xfrm>
              <a:off x="-1" y="-443586"/>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770" name="Google Shape;770;g37bf3141e71_2_11445"/>
          <p:cNvSpPr txBox="1"/>
          <p:nvPr>
            <p:ph type="title"/>
          </p:nvPr>
        </p:nvSpPr>
        <p:spPr>
          <a:xfrm>
            <a:off x="3130583" y="720000"/>
            <a:ext cx="5930700" cy="1411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sz="8000"/>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771" name="Google Shape;771;g37bf3141e71_2_11445"/>
          <p:cNvSpPr txBox="1"/>
          <p:nvPr>
            <p:ph idx="1" type="subTitle"/>
          </p:nvPr>
        </p:nvSpPr>
        <p:spPr>
          <a:xfrm>
            <a:off x="3130533" y="2192300"/>
            <a:ext cx="5930700" cy="16731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772" name="Google Shape;772;g37bf3141e71_2_11445"/>
          <p:cNvSpPr txBox="1"/>
          <p:nvPr/>
        </p:nvSpPr>
        <p:spPr>
          <a:xfrm>
            <a:off x="2798800" y="4815933"/>
            <a:ext cx="6594300" cy="7416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400"/>
              </a:spcBef>
              <a:spcAft>
                <a:spcPts val="0"/>
              </a:spcAft>
              <a:buClr>
                <a:srgbClr val="000000"/>
              </a:buClr>
              <a:buSzPts val="1300"/>
              <a:buFont typeface="Arial"/>
              <a:buNone/>
            </a:pPr>
            <a:r>
              <a:rPr b="1" i="0" lang="es-MX" sz="1300" u="none" cap="none" strike="noStrike">
                <a:solidFill>
                  <a:schemeClr val="dk1"/>
                </a:solidFill>
                <a:latin typeface="Amiko"/>
                <a:ea typeface="Amiko"/>
                <a:cs typeface="Amiko"/>
                <a:sym typeface="Amiko"/>
              </a:rPr>
              <a:t>CREDITS:</a:t>
            </a:r>
            <a:r>
              <a:rPr b="0" i="0" lang="es-MX" sz="1300" u="none" cap="none" strike="noStrike">
                <a:solidFill>
                  <a:schemeClr val="dk1"/>
                </a:solidFill>
                <a:latin typeface="Amiko"/>
                <a:ea typeface="Amiko"/>
                <a:cs typeface="Amiko"/>
                <a:sym typeface="Amiko"/>
              </a:rPr>
              <a:t> This presentation template was created by </a:t>
            </a:r>
            <a:r>
              <a:rPr b="1" i="0" lang="es-MX" sz="1300" u="sng" cap="none" strike="noStrike">
                <a:solidFill>
                  <a:schemeClr val="hlink"/>
                </a:solidFill>
                <a:latin typeface="Amiko"/>
                <a:ea typeface="Amiko"/>
                <a:cs typeface="Amiko"/>
                <a:sym typeface="Amiko"/>
                <a:hlinkClick r:id="rId2"/>
              </a:rPr>
              <a:t>Slidesgo</a:t>
            </a:r>
            <a:r>
              <a:rPr b="0" i="0" lang="es-MX" sz="1300" u="none" cap="none" strike="noStrike">
                <a:solidFill>
                  <a:schemeClr val="dk1"/>
                </a:solidFill>
                <a:latin typeface="Amiko"/>
                <a:ea typeface="Amiko"/>
                <a:cs typeface="Amiko"/>
                <a:sym typeface="Amiko"/>
              </a:rPr>
              <a:t>, and includes icons by </a:t>
            </a:r>
            <a:r>
              <a:rPr b="1" i="0" lang="es-MX" sz="1300" u="sng" cap="none" strike="noStrike">
                <a:solidFill>
                  <a:schemeClr val="dk1"/>
                </a:solidFill>
                <a:latin typeface="Amiko"/>
                <a:ea typeface="Amiko"/>
                <a:cs typeface="Amiko"/>
                <a:sym typeface="Amiko"/>
                <a:hlinkClick r:id="rId3">
                  <a:extLst>
                    <a:ext uri="{A12FA001-AC4F-418D-AE19-62706E023703}">
                      <ahyp:hlinkClr val="tx"/>
                    </a:ext>
                  </a:extLst>
                </a:hlinkClick>
              </a:rPr>
              <a:t>Flaticon</a:t>
            </a:r>
            <a:r>
              <a:rPr b="0" i="0" lang="es-MX" sz="1300" u="none" cap="none" strike="noStrike">
                <a:solidFill>
                  <a:schemeClr val="dk1"/>
                </a:solidFill>
                <a:latin typeface="Amiko"/>
                <a:ea typeface="Amiko"/>
                <a:cs typeface="Amiko"/>
                <a:sym typeface="Amiko"/>
              </a:rPr>
              <a:t>, and infographics &amp; images by </a:t>
            </a:r>
            <a:r>
              <a:rPr b="1" i="0" lang="es-MX" sz="1300" u="sng" cap="none" strike="noStrike">
                <a:solidFill>
                  <a:schemeClr val="dk1"/>
                </a:solidFill>
                <a:latin typeface="Amiko"/>
                <a:ea typeface="Amiko"/>
                <a:cs typeface="Amiko"/>
                <a:sym typeface="Amiko"/>
                <a:hlinkClick r:id="rId4">
                  <a:extLst>
                    <a:ext uri="{A12FA001-AC4F-418D-AE19-62706E023703}">
                      <ahyp:hlinkClr val="tx"/>
                    </a:ext>
                  </a:extLst>
                </a:hlinkClick>
              </a:rPr>
              <a:t>Freepik</a:t>
            </a:r>
            <a:r>
              <a:rPr b="0" i="0" lang="es-MX" sz="1300" u="sng" cap="none" strike="noStrike">
                <a:solidFill>
                  <a:schemeClr val="dk1"/>
                </a:solidFill>
                <a:latin typeface="Amiko"/>
                <a:ea typeface="Amiko"/>
                <a:cs typeface="Amiko"/>
                <a:sym typeface="Amiko"/>
              </a:rPr>
              <a:t> </a:t>
            </a:r>
            <a:endParaRPr b="1" i="0" sz="1300" u="sng" cap="none" strike="noStrike">
              <a:solidFill>
                <a:schemeClr val="dk1"/>
              </a:solidFill>
              <a:latin typeface="Amiko"/>
              <a:ea typeface="Amiko"/>
              <a:cs typeface="Amiko"/>
              <a:sym typeface="Amik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73" name="Shape 773"/>
        <p:cNvGrpSpPr/>
        <p:nvPr/>
      </p:nvGrpSpPr>
      <p:grpSpPr>
        <a:xfrm>
          <a:off x="0" y="0"/>
          <a:ext cx="0" cy="0"/>
          <a:chOff x="0" y="0"/>
          <a:chExt cx="0" cy="0"/>
        </a:xfrm>
      </p:grpSpPr>
      <p:grpSp>
        <p:nvGrpSpPr>
          <p:cNvPr id="774" name="Google Shape;774;g37bf3141e71_2_11500"/>
          <p:cNvGrpSpPr/>
          <p:nvPr/>
        </p:nvGrpSpPr>
        <p:grpSpPr>
          <a:xfrm flipH="1" rot="10800000">
            <a:off x="10332674" y="3933272"/>
            <a:ext cx="1858262" cy="2924827"/>
            <a:chOff x="-5" y="3169540"/>
            <a:chExt cx="1254142" cy="1973967"/>
          </a:xfrm>
        </p:grpSpPr>
        <p:sp>
          <p:nvSpPr>
            <p:cNvPr id="775" name="Google Shape;775;g37bf3141e71_2_11500"/>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76" name="Google Shape;776;g37bf3141e71_2_11500"/>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77" name="Google Shape;777;g37bf3141e71_2_11500"/>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78" name="Google Shape;778;g37bf3141e71_2_11500"/>
          <p:cNvGrpSpPr/>
          <p:nvPr/>
        </p:nvGrpSpPr>
        <p:grpSpPr>
          <a:xfrm flipH="1">
            <a:off x="306" y="2120477"/>
            <a:ext cx="3254528" cy="4735043"/>
            <a:chOff x="6808150" y="1320878"/>
            <a:chExt cx="2335841" cy="3705331"/>
          </a:xfrm>
        </p:grpSpPr>
        <p:sp>
          <p:nvSpPr>
            <p:cNvPr id="779" name="Google Shape;779;g37bf3141e71_2_11500"/>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0" name="Google Shape;780;g37bf3141e71_2_11500"/>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1" name="Google Shape;781;g37bf3141e71_2_11500"/>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82" name="Google Shape;782;g37bf3141e71_2_11500"/>
          <p:cNvGrpSpPr/>
          <p:nvPr/>
        </p:nvGrpSpPr>
        <p:grpSpPr>
          <a:xfrm>
            <a:off x="10873146" y="719327"/>
            <a:ext cx="492410" cy="986494"/>
            <a:chOff x="8246118" y="539509"/>
            <a:chExt cx="369317" cy="739889"/>
          </a:xfrm>
        </p:grpSpPr>
        <p:sp>
          <p:nvSpPr>
            <p:cNvPr id="783" name="Google Shape;783;g37bf3141e71_2_11500"/>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4" name="Google Shape;784;g37bf3141e71_2_11500"/>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5" name="Google Shape;785;g37bf3141e71_2_11500"/>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6" name="Google Shape;786;g37bf3141e71_2_11500"/>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87" name="Google Shape;787;g37bf3141e71_2_11500"/>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88" name="Google Shape;788;g37bf3141e71_2_11500"/>
          <p:cNvGrpSpPr/>
          <p:nvPr/>
        </p:nvGrpSpPr>
        <p:grpSpPr>
          <a:xfrm>
            <a:off x="342017" y="1822865"/>
            <a:ext cx="259130" cy="673311"/>
            <a:chOff x="5025077" y="4050620"/>
            <a:chExt cx="272081" cy="706888"/>
          </a:xfrm>
        </p:grpSpPr>
        <p:sp>
          <p:nvSpPr>
            <p:cNvPr id="789" name="Google Shape;789;g37bf3141e71_2_11500"/>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0" name="Google Shape;790;g37bf3141e71_2_11500"/>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1" name="Google Shape;791;g37bf3141e71_2_11500"/>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2" name="Google Shape;792;g37bf3141e71_2_11500"/>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3" name="Google Shape;793;g37bf3141e71_2_11500"/>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4" name="Google Shape;794;g37bf3141e71_2_11500"/>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5" name="Google Shape;795;g37bf3141e71_2_11500"/>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6" name="Google Shape;796;g37bf3141e71_2_11500"/>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797" name="Google Shape;797;g37bf3141e71_2_11500"/>
          <p:cNvGrpSpPr/>
          <p:nvPr/>
        </p:nvGrpSpPr>
        <p:grpSpPr>
          <a:xfrm>
            <a:off x="9766682" y="402142"/>
            <a:ext cx="832814" cy="634337"/>
            <a:chOff x="6106825" y="306089"/>
            <a:chExt cx="1035194" cy="788486"/>
          </a:xfrm>
        </p:grpSpPr>
        <p:sp>
          <p:nvSpPr>
            <p:cNvPr id="798" name="Google Shape;798;g37bf3141e71_2_11500"/>
            <p:cNvSpPr/>
            <p:nvPr/>
          </p:nvSpPr>
          <p:spPr>
            <a:xfrm>
              <a:off x="7098047"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99" name="Google Shape;799;g37bf3141e71_2_11500"/>
            <p:cNvSpPr/>
            <p:nvPr/>
          </p:nvSpPr>
          <p:spPr>
            <a:xfrm>
              <a:off x="6850699" y="1050567"/>
              <a:ext cx="43972" cy="44008"/>
            </a:xfrm>
            <a:custGeom>
              <a:rect b="b" l="l" r="r" t="t"/>
              <a:pathLst>
                <a:path extrusionOk="0" h="44008" w="43972">
                  <a:moveTo>
                    <a:pt x="0" y="22005"/>
                  </a:moveTo>
                  <a:cubicBezTo>
                    <a:pt x="0" y="10085"/>
                    <a:pt x="10077" y="0"/>
                    <a:pt x="21987" y="0"/>
                  </a:cubicBezTo>
                  <a:cubicBezTo>
                    <a:pt x="33896" y="0"/>
                    <a:pt x="43973" y="10085"/>
                    <a:pt x="43973" y="22005"/>
                  </a:cubicBezTo>
                  <a:cubicBezTo>
                    <a:pt x="43973" y="33923"/>
                    <a:pt x="33896" y="44009"/>
                    <a:pt x="21987"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0" name="Google Shape;800;g37bf3141e71_2_11500"/>
            <p:cNvSpPr/>
            <p:nvPr/>
          </p:nvSpPr>
          <p:spPr>
            <a:xfrm>
              <a:off x="6602436"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1" name="Google Shape;801;g37bf3141e71_2_11500"/>
            <p:cNvSpPr/>
            <p:nvPr/>
          </p:nvSpPr>
          <p:spPr>
            <a:xfrm>
              <a:off x="6354173"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10077"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2" name="Google Shape;802;g37bf3141e71_2_11500"/>
            <p:cNvSpPr/>
            <p:nvPr/>
          </p:nvSpPr>
          <p:spPr>
            <a:xfrm>
              <a:off x="6106825" y="1050567"/>
              <a:ext cx="43972" cy="44008"/>
            </a:xfrm>
            <a:custGeom>
              <a:rect b="b" l="l" r="r" t="t"/>
              <a:pathLst>
                <a:path extrusionOk="0" h="44008" w="43972">
                  <a:moveTo>
                    <a:pt x="0" y="22005"/>
                  </a:moveTo>
                  <a:cubicBezTo>
                    <a:pt x="0" y="10085"/>
                    <a:pt x="10077" y="0"/>
                    <a:pt x="21986" y="0"/>
                  </a:cubicBezTo>
                  <a:cubicBezTo>
                    <a:pt x="33896" y="0"/>
                    <a:pt x="43973" y="10085"/>
                    <a:pt x="43973" y="22005"/>
                  </a:cubicBezTo>
                  <a:cubicBezTo>
                    <a:pt x="43973" y="33923"/>
                    <a:pt x="33896" y="44009"/>
                    <a:pt x="21986" y="44009"/>
                  </a:cubicBezTo>
                  <a:cubicBezTo>
                    <a:pt x="9161" y="44009"/>
                    <a:pt x="0" y="33923"/>
                    <a:pt x="0" y="22005"/>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3" name="Google Shape;803;g37bf3141e71_2_11500"/>
            <p:cNvSpPr/>
            <p:nvPr/>
          </p:nvSpPr>
          <p:spPr>
            <a:xfrm>
              <a:off x="7098047"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4" name="Google Shape;804;g37bf3141e71_2_11500"/>
            <p:cNvSpPr/>
            <p:nvPr/>
          </p:nvSpPr>
          <p:spPr>
            <a:xfrm>
              <a:off x="6850699" y="802102"/>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5" name="Google Shape;805;g37bf3141e71_2_11500"/>
            <p:cNvSpPr/>
            <p:nvPr/>
          </p:nvSpPr>
          <p:spPr>
            <a:xfrm>
              <a:off x="6602436"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6" name="Google Shape;806;g37bf3141e71_2_11500"/>
            <p:cNvSpPr/>
            <p:nvPr/>
          </p:nvSpPr>
          <p:spPr>
            <a:xfrm>
              <a:off x="6354173"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7" name="Google Shape;807;g37bf3141e71_2_11500"/>
            <p:cNvSpPr/>
            <p:nvPr/>
          </p:nvSpPr>
          <p:spPr>
            <a:xfrm>
              <a:off x="6106825" y="802102"/>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8" name="Google Shape;808;g37bf3141e71_2_11500"/>
            <p:cNvSpPr/>
            <p:nvPr/>
          </p:nvSpPr>
          <p:spPr>
            <a:xfrm>
              <a:off x="7098047"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09" name="Google Shape;809;g37bf3141e71_2_11500"/>
            <p:cNvSpPr/>
            <p:nvPr/>
          </p:nvSpPr>
          <p:spPr>
            <a:xfrm>
              <a:off x="6850699" y="554554"/>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0" name="Google Shape;810;g37bf3141e71_2_11500"/>
            <p:cNvSpPr/>
            <p:nvPr/>
          </p:nvSpPr>
          <p:spPr>
            <a:xfrm>
              <a:off x="6602436"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1" name="Google Shape;811;g37bf3141e71_2_11500"/>
            <p:cNvSpPr/>
            <p:nvPr/>
          </p:nvSpPr>
          <p:spPr>
            <a:xfrm>
              <a:off x="6354173"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2" name="Google Shape;812;g37bf3141e71_2_11500"/>
            <p:cNvSpPr/>
            <p:nvPr/>
          </p:nvSpPr>
          <p:spPr>
            <a:xfrm>
              <a:off x="6106825" y="554554"/>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3092"/>
                    <a:pt x="0" y="33923"/>
                    <a:pt x="0" y="22004"/>
                  </a:cubicBez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3" name="Google Shape;813;g37bf3141e71_2_11500"/>
            <p:cNvSpPr/>
            <p:nvPr/>
          </p:nvSpPr>
          <p:spPr>
            <a:xfrm>
              <a:off x="7098047"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4" name="Google Shape;814;g37bf3141e71_2_11500"/>
            <p:cNvSpPr/>
            <p:nvPr/>
          </p:nvSpPr>
          <p:spPr>
            <a:xfrm>
              <a:off x="6850699" y="306089"/>
              <a:ext cx="43972" cy="44008"/>
            </a:xfrm>
            <a:custGeom>
              <a:rect b="b" l="l" r="r" t="t"/>
              <a:pathLst>
                <a:path extrusionOk="0" h="44008" w="43972">
                  <a:moveTo>
                    <a:pt x="0" y="22004"/>
                  </a:moveTo>
                  <a:cubicBezTo>
                    <a:pt x="0" y="10085"/>
                    <a:pt x="10077" y="0"/>
                    <a:pt x="21987" y="0"/>
                  </a:cubicBezTo>
                  <a:cubicBezTo>
                    <a:pt x="33896" y="0"/>
                    <a:pt x="43973" y="10085"/>
                    <a:pt x="43973" y="22004"/>
                  </a:cubicBezTo>
                  <a:cubicBezTo>
                    <a:pt x="43973" y="33923"/>
                    <a:pt x="33896" y="44008"/>
                    <a:pt x="21987"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5" name="Google Shape;815;g37bf3141e71_2_11500"/>
            <p:cNvSpPr/>
            <p:nvPr/>
          </p:nvSpPr>
          <p:spPr>
            <a:xfrm>
              <a:off x="6602436"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6" name="Google Shape;816;g37bf3141e71_2_11500"/>
            <p:cNvSpPr/>
            <p:nvPr/>
          </p:nvSpPr>
          <p:spPr>
            <a:xfrm>
              <a:off x="6354173"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10077"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17" name="Google Shape;817;g37bf3141e71_2_11500"/>
            <p:cNvSpPr/>
            <p:nvPr/>
          </p:nvSpPr>
          <p:spPr>
            <a:xfrm>
              <a:off x="6106825" y="306089"/>
              <a:ext cx="43972" cy="44008"/>
            </a:xfrm>
            <a:custGeom>
              <a:rect b="b" l="l" r="r" t="t"/>
              <a:pathLst>
                <a:path extrusionOk="0" h="44008" w="43972">
                  <a:moveTo>
                    <a:pt x="0" y="22004"/>
                  </a:moveTo>
                  <a:cubicBezTo>
                    <a:pt x="0" y="10085"/>
                    <a:pt x="10077" y="0"/>
                    <a:pt x="21986" y="0"/>
                  </a:cubicBezTo>
                  <a:cubicBezTo>
                    <a:pt x="33896" y="0"/>
                    <a:pt x="43973" y="10085"/>
                    <a:pt x="43973" y="22004"/>
                  </a:cubicBezTo>
                  <a:cubicBezTo>
                    <a:pt x="43973" y="33923"/>
                    <a:pt x="33896" y="44008"/>
                    <a:pt x="21986" y="44008"/>
                  </a:cubicBezTo>
                  <a:cubicBezTo>
                    <a:pt x="9161" y="44008"/>
                    <a:pt x="0" y="33923"/>
                    <a:pt x="0" y="22004"/>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18" name="Google Shape;818;g37bf3141e71_2_11500"/>
          <p:cNvGrpSpPr/>
          <p:nvPr/>
        </p:nvGrpSpPr>
        <p:grpSpPr>
          <a:xfrm>
            <a:off x="-2" y="-897986"/>
            <a:ext cx="1626790" cy="1933729"/>
            <a:chOff x="-1" y="-673507"/>
            <a:chExt cx="1220123" cy="1450333"/>
          </a:xfrm>
        </p:grpSpPr>
        <p:sp>
          <p:nvSpPr>
            <p:cNvPr id="819" name="Google Shape;819;g37bf3141e71_2_11500"/>
            <p:cNvSpPr/>
            <p:nvPr/>
          </p:nvSpPr>
          <p:spPr>
            <a:xfrm rot="-5400000">
              <a:off x="22292" y="-676657"/>
              <a:ext cx="1176000" cy="1182300"/>
            </a:xfrm>
            <a:prstGeom prst="chord">
              <a:avLst>
                <a:gd fmla="val 5371555" name="adj1"/>
                <a:gd fmla="val 16200000" name="adj2"/>
              </a:avLst>
            </a:prstGeom>
            <a:solidFill>
              <a:schemeClr val="lt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Open Sans"/>
                <a:ea typeface="Open Sans"/>
                <a:cs typeface="Open Sans"/>
                <a:sym typeface="Open Sans"/>
              </a:endParaRPr>
            </a:p>
          </p:txBody>
        </p:sp>
        <p:sp>
          <p:nvSpPr>
            <p:cNvPr id="820" name="Google Shape;820;g37bf3141e71_2_11500"/>
            <p:cNvSpPr/>
            <p:nvPr/>
          </p:nvSpPr>
          <p:spPr>
            <a:xfrm>
              <a:off x="-1" y="-443586"/>
              <a:ext cx="1220123" cy="1220412"/>
            </a:xfrm>
            <a:custGeom>
              <a:rect b="b" l="l" r="r" t="t"/>
              <a:pathLst>
                <a:path extrusionOk="0" h="1595310" w="1594932">
                  <a:moveTo>
                    <a:pt x="227193" y="1350513"/>
                  </a:moveTo>
                  <a:lnTo>
                    <a:pt x="223529" y="1350513"/>
                  </a:lnTo>
                  <a:cubicBezTo>
                    <a:pt x="228109" y="1355097"/>
                    <a:pt x="231774" y="1358764"/>
                    <a:pt x="236354" y="1363348"/>
                  </a:cubicBezTo>
                  <a:lnTo>
                    <a:pt x="236354" y="1359681"/>
                  </a:lnTo>
                  <a:lnTo>
                    <a:pt x="505688" y="1359681"/>
                  </a:lnTo>
                  <a:lnTo>
                    <a:pt x="505688" y="1540300"/>
                  </a:lnTo>
                  <a:cubicBezTo>
                    <a:pt x="508436" y="1541216"/>
                    <a:pt x="512101" y="1542133"/>
                    <a:pt x="514849" y="1543967"/>
                  </a:cubicBezTo>
                  <a:lnTo>
                    <a:pt x="514849" y="1360598"/>
                  </a:lnTo>
                  <a:lnTo>
                    <a:pt x="785099" y="1360598"/>
                  </a:lnTo>
                  <a:lnTo>
                    <a:pt x="785099" y="1595310"/>
                  </a:lnTo>
                  <a:cubicBezTo>
                    <a:pt x="787847" y="1595310"/>
                    <a:pt x="791512" y="1595310"/>
                    <a:pt x="794260" y="1595310"/>
                  </a:cubicBezTo>
                  <a:lnTo>
                    <a:pt x="794260" y="1360598"/>
                  </a:lnTo>
                  <a:lnTo>
                    <a:pt x="1064510" y="1360598"/>
                  </a:lnTo>
                  <a:lnTo>
                    <a:pt x="1064510" y="1549468"/>
                  </a:lnTo>
                  <a:cubicBezTo>
                    <a:pt x="1067258" y="1548551"/>
                    <a:pt x="1070923" y="1547634"/>
                    <a:pt x="1073671" y="1545801"/>
                  </a:cubicBezTo>
                  <a:lnTo>
                    <a:pt x="1073671" y="1359681"/>
                  </a:lnTo>
                  <a:lnTo>
                    <a:pt x="1343921" y="1359681"/>
                  </a:lnTo>
                  <a:lnTo>
                    <a:pt x="1343921" y="1377101"/>
                  </a:lnTo>
                  <a:cubicBezTo>
                    <a:pt x="1346669" y="1374351"/>
                    <a:pt x="1350334" y="1371600"/>
                    <a:pt x="1353082" y="1368849"/>
                  </a:cubicBezTo>
                  <a:lnTo>
                    <a:pt x="1353082" y="1359681"/>
                  </a:lnTo>
                  <a:lnTo>
                    <a:pt x="1362243" y="1359681"/>
                  </a:lnTo>
                  <a:cubicBezTo>
                    <a:pt x="1364991" y="1356931"/>
                    <a:pt x="1367739" y="1353263"/>
                    <a:pt x="1371404" y="1350513"/>
                  </a:cubicBezTo>
                  <a:lnTo>
                    <a:pt x="1353082" y="1350513"/>
                  </a:lnTo>
                  <a:lnTo>
                    <a:pt x="1353082" y="1080043"/>
                  </a:lnTo>
                  <a:lnTo>
                    <a:pt x="1542715" y="1080043"/>
                  </a:lnTo>
                  <a:cubicBezTo>
                    <a:pt x="1543631" y="1077293"/>
                    <a:pt x="1545463" y="1073626"/>
                    <a:pt x="1546379" y="1070875"/>
                  </a:cubicBezTo>
                  <a:lnTo>
                    <a:pt x="1353998" y="1070875"/>
                  </a:lnTo>
                  <a:lnTo>
                    <a:pt x="1353998" y="801322"/>
                  </a:lnTo>
                  <a:lnTo>
                    <a:pt x="1594933" y="801322"/>
                  </a:lnTo>
                  <a:cubicBezTo>
                    <a:pt x="1594933" y="800406"/>
                    <a:pt x="1594933" y="799489"/>
                    <a:pt x="1594933" y="797655"/>
                  </a:cubicBezTo>
                  <a:cubicBezTo>
                    <a:pt x="1594933" y="795821"/>
                    <a:pt x="1594933" y="793988"/>
                    <a:pt x="1594933" y="792154"/>
                  </a:cubicBezTo>
                  <a:lnTo>
                    <a:pt x="1353998" y="792154"/>
                  </a:lnTo>
                  <a:lnTo>
                    <a:pt x="1353998" y="521685"/>
                  </a:lnTo>
                  <a:lnTo>
                    <a:pt x="1545463" y="521685"/>
                  </a:lnTo>
                  <a:cubicBezTo>
                    <a:pt x="1544547" y="518934"/>
                    <a:pt x="1543631" y="515267"/>
                    <a:pt x="1541799" y="512516"/>
                  </a:cubicBezTo>
                  <a:lnTo>
                    <a:pt x="1353082" y="512516"/>
                  </a:lnTo>
                  <a:lnTo>
                    <a:pt x="1353082" y="242047"/>
                  </a:lnTo>
                  <a:lnTo>
                    <a:pt x="1368656" y="242047"/>
                  </a:lnTo>
                  <a:cubicBezTo>
                    <a:pt x="1365907" y="239296"/>
                    <a:pt x="1363159" y="235629"/>
                    <a:pt x="1359495" y="232879"/>
                  </a:cubicBezTo>
                  <a:lnTo>
                    <a:pt x="1353082" y="232879"/>
                  </a:lnTo>
                  <a:lnTo>
                    <a:pt x="1353082" y="226461"/>
                  </a:lnTo>
                  <a:cubicBezTo>
                    <a:pt x="1350334" y="223710"/>
                    <a:pt x="1346669" y="220960"/>
                    <a:pt x="1343921" y="218209"/>
                  </a:cubicBezTo>
                  <a:lnTo>
                    <a:pt x="1343921" y="233795"/>
                  </a:lnTo>
                  <a:lnTo>
                    <a:pt x="1073671" y="233795"/>
                  </a:lnTo>
                  <a:lnTo>
                    <a:pt x="1073671" y="50426"/>
                  </a:lnTo>
                  <a:cubicBezTo>
                    <a:pt x="1070923" y="49510"/>
                    <a:pt x="1067258" y="48593"/>
                    <a:pt x="1064510" y="46759"/>
                  </a:cubicBezTo>
                  <a:lnTo>
                    <a:pt x="1064510" y="232879"/>
                  </a:lnTo>
                  <a:lnTo>
                    <a:pt x="794260" y="232879"/>
                  </a:lnTo>
                  <a:lnTo>
                    <a:pt x="794260" y="0"/>
                  </a:lnTo>
                  <a:cubicBezTo>
                    <a:pt x="791512" y="0"/>
                    <a:pt x="787847" y="0"/>
                    <a:pt x="785099" y="0"/>
                  </a:cubicBezTo>
                  <a:lnTo>
                    <a:pt x="785099" y="232879"/>
                  </a:lnTo>
                  <a:lnTo>
                    <a:pt x="514849" y="232879"/>
                  </a:lnTo>
                  <a:lnTo>
                    <a:pt x="514849" y="51343"/>
                  </a:lnTo>
                  <a:cubicBezTo>
                    <a:pt x="512101" y="52260"/>
                    <a:pt x="508436" y="53177"/>
                    <a:pt x="505688" y="55011"/>
                  </a:cubicBezTo>
                  <a:lnTo>
                    <a:pt x="505688" y="232879"/>
                  </a:lnTo>
                  <a:lnTo>
                    <a:pt x="235438" y="232879"/>
                  </a:lnTo>
                  <a:lnTo>
                    <a:pt x="235438" y="231962"/>
                  </a:lnTo>
                  <a:cubicBezTo>
                    <a:pt x="231774" y="235629"/>
                    <a:pt x="229025" y="239296"/>
                    <a:pt x="225361" y="242047"/>
                  </a:cubicBezTo>
                  <a:lnTo>
                    <a:pt x="226277" y="242047"/>
                  </a:lnTo>
                  <a:lnTo>
                    <a:pt x="226277" y="512516"/>
                  </a:lnTo>
                  <a:lnTo>
                    <a:pt x="52218" y="512516"/>
                  </a:lnTo>
                  <a:cubicBezTo>
                    <a:pt x="51302" y="515267"/>
                    <a:pt x="49470" y="518934"/>
                    <a:pt x="48553" y="521685"/>
                  </a:cubicBezTo>
                  <a:lnTo>
                    <a:pt x="226277" y="521685"/>
                  </a:lnTo>
                  <a:lnTo>
                    <a:pt x="226277" y="792154"/>
                  </a:lnTo>
                  <a:lnTo>
                    <a:pt x="0" y="792154"/>
                  </a:lnTo>
                  <a:cubicBezTo>
                    <a:pt x="0" y="793988"/>
                    <a:pt x="0" y="795821"/>
                    <a:pt x="0" y="797655"/>
                  </a:cubicBezTo>
                  <a:cubicBezTo>
                    <a:pt x="0" y="798572"/>
                    <a:pt x="0" y="799489"/>
                    <a:pt x="0" y="801322"/>
                  </a:cubicBezTo>
                  <a:lnTo>
                    <a:pt x="226277" y="801322"/>
                  </a:lnTo>
                  <a:lnTo>
                    <a:pt x="226277" y="1071792"/>
                  </a:lnTo>
                  <a:lnTo>
                    <a:pt x="47637" y="1071792"/>
                  </a:lnTo>
                  <a:cubicBezTo>
                    <a:pt x="48553" y="1074542"/>
                    <a:pt x="49470" y="1078210"/>
                    <a:pt x="51302" y="1080960"/>
                  </a:cubicBezTo>
                  <a:lnTo>
                    <a:pt x="226277" y="1080960"/>
                  </a:lnTo>
                  <a:lnTo>
                    <a:pt x="226277" y="1350513"/>
                  </a:lnTo>
                  <a:close/>
                  <a:moveTo>
                    <a:pt x="1073671" y="242964"/>
                  </a:moveTo>
                  <a:lnTo>
                    <a:pt x="1343921" y="242964"/>
                  </a:lnTo>
                  <a:lnTo>
                    <a:pt x="1343921" y="513433"/>
                  </a:lnTo>
                  <a:lnTo>
                    <a:pt x="1073671" y="513433"/>
                  </a:lnTo>
                  <a:lnTo>
                    <a:pt x="1073671" y="242964"/>
                  </a:lnTo>
                  <a:close/>
                  <a:moveTo>
                    <a:pt x="1073671" y="521685"/>
                  </a:moveTo>
                  <a:lnTo>
                    <a:pt x="1343921" y="521685"/>
                  </a:lnTo>
                  <a:lnTo>
                    <a:pt x="1343921" y="792154"/>
                  </a:lnTo>
                  <a:lnTo>
                    <a:pt x="1073671" y="792154"/>
                  </a:lnTo>
                  <a:lnTo>
                    <a:pt x="1073671" y="521685"/>
                  </a:lnTo>
                  <a:close/>
                  <a:moveTo>
                    <a:pt x="1073671" y="801322"/>
                  </a:moveTo>
                  <a:lnTo>
                    <a:pt x="1343921" y="801322"/>
                  </a:lnTo>
                  <a:lnTo>
                    <a:pt x="1343921" y="1071792"/>
                  </a:lnTo>
                  <a:lnTo>
                    <a:pt x="1073671" y="1071792"/>
                  </a:lnTo>
                  <a:lnTo>
                    <a:pt x="1073671" y="801322"/>
                  </a:lnTo>
                  <a:close/>
                  <a:moveTo>
                    <a:pt x="1073671" y="1080960"/>
                  </a:moveTo>
                  <a:lnTo>
                    <a:pt x="1343921" y="1080960"/>
                  </a:lnTo>
                  <a:lnTo>
                    <a:pt x="1343921" y="1351429"/>
                  </a:lnTo>
                  <a:lnTo>
                    <a:pt x="1073671" y="1351429"/>
                  </a:lnTo>
                  <a:lnTo>
                    <a:pt x="1073671" y="1080960"/>
                  </a:lnTo>
                  <a:close/>
                  <a:moveTo>
                    <a:pt x="794260" y="242964"/>
                  </a:moveTo>
                  <a:lnTo>
                    <a:pt x="1064510" y="242964"/>
                  </a:lnTo>
                  <a:lnTo>
                    <a:pt x="1064510" y="513433"/>
                  </a:lnTo>
                  <a:lnTo>
                    <a:pt x="794260" y="513433"/>
                  </a:lnTo>
                  <a:lnTo>
                    <a:pt x="794260" y="242964"/>
                  </a:lnTo>
                  <a:close/>
                  <a:moveTo>
                    <a:pt x="794260" y="521685"/>
                  </a:moveTo>
                  <a:lnTo>
                    <a:pt x="1064510" y="521685"/>
                  </a:lnTo>
                  <a:lnTo>
                    <a:pt x="1064510" y="792154"/>
                  </a:lnTo>
                  <a:lnTo>
                    <a:pt x="794260" y="792154"/>
                  </a:lnTo>
                  <a:lnTo>
                    <a:pt x="794260" y="521685"/>
                  </a:lnTo>
                  <a:close/>
                  <a:moveTo>
                    <a:pt x="794260" y="801322"/>
                  </a:moveTo>
                  <a:lnTo>
                    <a:pt x="1064510" y="801322"/>
                  </a:lnTo>
                  <a:lnTo>
                    <a:pt x="1064510" y="1071792"/>
                  </a:lnTo>
                  <a:lnTo>
                    <a:pt x="794260" y="1071792"/>
                  </a:lnTo>
                  <a:lnTo>
                    <a:pt x="794260" y="801322"/>
                  </a:lnTo>
                  <a:close/>
                  <a:moveTo>
                    <a:pt x="794260" y="1080960"/>
                  </a:moveTo>
                  <a:lnTo>
                    <a:pt x="1064510" y="1080960"/>
                  </a:lnTo>
                  <a:lnTo>
                    <a:pt x="1064510" y="1351429"/>
                  </a:lnTo>
                  <a:lnTo>
                    <a:pt x="794260" y="1351429"/>
                  </a:lnTo>
                  <a:lnTo>
                    <a:pt x="794260" y="1080960"/>
                  </a:lnTo>
                  <a:close/>
                  <a:moveTo>
                    <a:pt x="514849" y="242964"/>
                  </a:moveTo>
                  <a:lnTo>
                    <a:pt x="785099" y="242964"/>
                  </a:lnTo>
                  <a:lnTo>
                    <a:pt x="785099" y="513433"/>
                  </a:lnTo>
                  <a:lnTo>
                    <a:pt x="514849" y="513433"/>
                  </a:lnTo>
                  <a:lnTo>
                    <a:pt x="514849" y="242964"/>
                  </a:lnTo>
                  <a:close/>
                  <a:moveTo>
                    <a:pt x="514849" y="521685"/>
                  </a:moveTo>
                  <a:lnTo>
                    <a:pt x="785099" y="521685"/>
                  </a:lnTo>
                  <a:lnTo>
                    <a:pt x="785099" y="792154"/>
                  </a:lnTo>
                  <a:lnTo>
                    <a:pt x="514849" y="792154"/>
                  </a:lnTo>
                  <a:lnTo>
                    <a:pt x="514849" y="521685"/>
                  </a:lnTo>
                  <a:close/>
                  <a:moveTo>
                    <a:pt x="514849" y="801322"/>
                  </a:moveTo>
                  <a:lnTo>
                    <a:pt x="785099" y="801322"/>
                  </a:lnTo>
                  <a:lnTo>
                    <a:pt x="785099" y="1071792"/>
                  </a:lnTo>
                  <a:lnTo>
                    <a:pt x="514849" y="1071792"/>
                  </a:lnTo>
                  <a:lnTo>
                    <a:pt x="514849" y="801322"/>
                  </a:lnTo>
                  <a:close/>
                  <a:moveTo>
                    <a:pt x="514849" y="1080960"/>
                  </a:moveTo>
                  <a:lnTo>
                    <a:pt x="785099" y="1080960"/>
                  </a:lnTo>
                  <a:lnTo>
                    <a:pt x="785099" y="1351429"/>
                  </a:lnTo>
                  <a:lnTo>
                    <a:pt x="514849" y="1351429"/>
                  </a:lnTo>
                  <a:lnTo>
                    <a:pt x="514849" y="1080960"/>
                  </a:lnTo>
                  <a:close/>
                  <a:moveTo>
                    <a:pt x="236354" y="242964"/>
                  </a:moveTo>
                  <a:lnTo>
                    <a:pt x="505688" y="242964"/>
                  </a:lnTo>
                  <a:lnTo>
                    <a:pt x="505688" y="513433"/>
                  </a:lnTo>
                  <a:lnTo>
                    <a:pt x="235438" y="513433"/>
                  </a:lnTo>
                  <a:lnTo>
                    <a:pt x="235438" y="242964"/>
                  </a:lnTo>
                  <a:close/>
                  <a:moveTo>
                    <a:pt x="236354" y="521685"/>
                  </a:moveTo>
                  <a:lnTo>
                    <a:pt x="505688" y="521685"/>
                  </a:lnTo>
                  <a:lnTo>
                    <a:pt x="505688" y="792154"/>
                  </a:lnTo>
                  <a:lnTo>
                    <a:pt x="235438" y="792154"/>
                  </a:lnTo>
                  <a:lnTo>
                    <a:pt x="235438" y="521685"/>
                  </a:lnTo>
                  <a:close/>
                  <a:moveTo>
                    <a:pt x="236354" y="801322"/>
                  </a:moveTo>
                  <a:lnTo>
                    <a:pt x="505688" y="801322"/>
                  </a:lnTo>
                  <a:lnTo>
                    <a:pt x="505688" y="1071792"/>
                  </a:lnTo>
                  <a:lnTo>
                    <a:pt x="235438" y="1071792"/>
                  </a:lnTo>
                  <a:lnTo>
                    <a:pt x="235438" y="801322"/>
                  </a:lnTo>
                  <a:close/>
                  <a:moveTo>
                    <a:pt x="236354" y="1080960"/>
                  </a:moveTo>
                  <a:lnTo>
                    <a:pt x="505688" y="1080960"/>
                  </a:lnTo>
                  <a:lnTo>
                    <a:pt x="505688" y="1351429"/>
                  </a:lnTo>
                  <a:lnTo>
                    <a:pt x="235438" y="1351429"/>
                  </a:lnTo>
                  <a:lnTo>
                    <a:pt x="235438" y="1080960"/>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21" name="Shape 821"/>
        <p:cNvGrpSpPr/>
        <p:nvPr/>
      </p:nvGrpSpPr>
      <p:grpSpPr>
        <a:xfrm>
          <a:off x="0" y="0"/>
          <a:ext cx="0" cy="0"/>
          <a:chOff x="0" y="0"/>
          <a:chExt cx="0" cy="0"/>
        </a:xfrm>
      </p:grpSpPr>
      <p:grpSp>
        <p:nvGrpSpPr>
          <p:cNvPr id="822" name="Google Shape;822;g37bf3141e71_2_11548"/>
          <p:cNvGrpSpPr/>
          <p:nvPr/>
        </p:nvGrpSpPr>
        <p:grpSpPr>
          <a:xfrm flipH="1">
            <a:off x="43" y="-106"/>
            <a:ext cx="1858262" cy="2924827"/>
            <a:chOff x="-5" y="3169540"/>
            <a:chExt cx="1254142" cy="1973967"/>
          </a:xfrm>
        </p:grpSpPr>
        <p:sp>
          <p:nvSpPr>
            <p:cNvPr id="823" name="Google Shape;823;g37bf3141e71_2_11548"/>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24" name="Google Shape;824;g37bf3141e71_2_11548"/>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25" name="Google Shape;825;g37bf3141e71_2_11548"/>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26" name="Google Shape;826;g37bf3141e71_2_11548"/>
          <p:cNvGrpSpPr/>
          <p:nvPr/>
        </p:nvGrpSpPr>
        <p:grpSpPr>
          <a:xfrm flipH="1" rot="10800000">
            <a:off x="8936145" y="2473"/>
            <a:ext cx="3254528" cy="4735043"/>
            <a:chOff x="6808150" y="1320878"/>
            <a:chExt cx="2335841" cy="3705331"/>
          </a:xfrm>
        </p:grpSpPr>
        <p:sp>
          <p:nvSpPr>
            <p:cNvPr id="827" name="Google Shape;827;g37bf3141e71_2_11548"/>
            <p:cNvSpPr/>
            <p:nvPr/>
          </p:nvSpPr>
          <p:spPr>
            <a:xfrm>
              <a:off x="8466615" y="1320878"/>
              <a:ext cx="677376" cy="3705331"/>
            </a:xfrm>
            <a:custGeom>
              <a:rect b="b" l="l" r="r" t="t"/>
              <a:pathLst>
                <a:path extrusionOk="0" h="2052815" w="363692">
                  <a:moveTo>
                    <a:pt x="0" y="2052816"/>
                  </a:moveTo>
                  <a:lnTo>
                    <a:pt x="0" y="363987"/>
                  </a:lnTo>
                  <a:cubicBezTo>
                    <a:pt x="0" y="163198"/>
                    <a:pt x="163066" y="0"/>
                    <a:pt x="363692" y="0"/>
                  </a:cubicBezTo>
                  <a:lnTo>
                    <a:pt x="363692"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28" name="Google Shape;828;g37bf3141e71_2_11548"/>
            <p:cNvSpPr/>
            <p:nvPr/>
          </p:nvSpPr>
          <p:spPr>
            <a:xfrm>
              <a:off x="6808150" y="4468910"/>
              <a:ext cx="2335839" cy="17075"/>
            </a:xfrm>
            <a:custGeom>
              <a:rect b="b" l="l" r="r" t="t"/>
              <a:pathLst>
                <a:path extrusionOk="0" h="9168" w="1254142">
                  <a:moveTo>
                    <a:pt x="0" y="0"/>
                  </a:moveTo>
                  <a:lnTo>
                    <a:pt x="1254143"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29" name="Google Shape;829;g37bf3141e71_2_11548"/>
            <p:cNvSpPr/>
            <p:nvPr/>
          </p:nvSpPr>
          <p:spPr>
            <a:xfrm>
              <a:off x="8369159" y="4363494"/>
              <a:ext cx="186106" cy="227890"/>
            </a:xfrm>
            <a:custGeom>
              <a:rect b="b" l="l" r="r" t="t"/>
              <a:pathLst>
                <a:path extrusionOk="0" h="190703" w="155737">
                  <a:moveTo>
                    <a:pt x="79701" y="16503"/>
                  </a:moveTo>
                  <a:lnTo>
                    <a:pt x="77869" y="0"/>
                  </a:lnTo>
                  <a:lnTo>
                    <a:pt x="76037" y="16503"/>
                  </a:lnTo>
                  <a:cubicBezTo>
                    <a:pt x="71456" y="56844"/>
                    <a:pt x="40309" y="88934"/>
                    <a:pt x="0" y="95352"/>
                  </a:cubicBezTo>
                  <a:cubicBezTo>
                    <a:pt x="40309" y="101770"/>
                    <a:pt x="71456" y="133859"/>
                    <a:pt x="76037" y="174200"/>
                  </a:cubicBezTo>
                  <a:lnTo>
                    <a:pt x="77869" y="190704"/>
                  </a:lnTo>
                  <a:lnTo>
                    <a:pt x="79701" y="174200"/>
                  </a:lnTo>
                  <a:cubicBezTo>
                    <a:pt x="84281" y="133859"/>
                    <a:pt x="115429" y="101770"/>
                    <a:pt x="155737" y="95352"/>
                  </a:cubicBezTo>
                  <a:cubicBezTo>
                    <a:pt x="116345" y="89851"/>
                    <a:pt x="85198" y="57761"/>
                    <a:pt x="79701"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30" name="Google Shape;830;g37bf3141e71_2_11548"/>
          <p:cNvGrpSpPr/>
          <p:nvPr/>
        </p:nvGrpSpPr>
        <p:grpSpPr>
          <a:xfrm flipH="1">
            <a:off x="43" y="3932994"/>
            <a:ext cx="1858262" cy="2924827"/>
            <a:chOff x="-5" y="3169540"/>
            <a:chExt cx="1254142" cy="1973967"/>
          </a:xfrm>
        </p:grpSpPr>
        <p:sp>
          <p:nvSpPr>
            <p:cNvPr id="831" name="Google Shape;831;g37bf3141e71_2_11548"/>
            <p:cNvSpPr/>
            <p:nvPr/>
          </p:nvSpPr>
          <p:spPr>
            <a:xfrm>
              <a:off x="624597" y="3169540"/>
              <a:ext cx="9161" cy="1973967"/>
            </a:xfrm>
            <a:custGeom>
              <a:rect b="b" l="l" r="r" t="t"/>
              <a:pathLst>
                <a:path extrusionOk="0" h="1973967" w="9161">
                  <a:moveTo>
                    <a:pt x="0" y="0"/>
                  </a:moveTo>
                  <a:lnTo>
                    <a:pt x="0" y="1973967"/>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2" name="Google Shape;832;g37bf3141e71_2_11548"/>
            <p:cNvSpPr/>
            <p:nvPr/>
          </p:nvSpPr>
          <p:spPr>
            <a:xfrm>
              <a:off x="-5" y="3650423"/>
              <a:ext cx="1254142" cy="9168"/>
            </a:xfrm>
            <a:custGeom>
              <a:rect b="b" l="l" r="r" t="t"/>
              <a:pathLst>
                <a:path extrusionOk="0" h="9168" w="1254142">
                  <a:moveTo>
                    <a:pt x="1254143" y="0"/>
                  </a:moveTo>
                  <a:lnTo>
                    <a:pt x="0" y="0"/>
                  </a:lnTo>
                </a:path>
              </a:pathLst>
            </a:custGeom>
            <a:solidFill>
              <a:schemeClr val="dk1"/>
            </a:solid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3" name="Google Shape;833;g37bf3141e71_2_11548"/>
            <p:cNvSpPr/>
            <p:nvPr/>
          </p:nvSpPr>
          <p:spPr>
            <a:xfrm>
              <a:off x="549198" y="3559654"/>
              <a:ext cx="155737" cy="190703"/>
            </a:xfrm>
            <a:custGeom>
              <a:rect b="b" l="l" r="r" t="t"/>
              <a:pathLst>
                <a:path extrusionOk="0" h="190703" w="155737">
                  <a:moveTo>
                    <a:pt x="76036" y="16503"/>
                  </a:moveTo>
                  <a:lnTo>
                    <a:pt x="77869" y="0"/>
                  </a:lnTo>
                  <a:lnTo>
                    <a:pt x="79701" y="16503"/>
                  </a:lnTo>
                  <a:cubicBezTo>
                    <a:pt x="84281" y="56844"/>
                    <a:pt x="115429" y="88934"/>
                    <a:pt x="155737" y="95352"/>
                  </a:cubicBezTo>
                  <a:cubicBezTo>
                    <a:pt x="115429" y="101770"/>
                    <a:pt x="84281" y="133859"/>
                    <a:pt x="79701" y="174200"/>
                  </a:cubicBezTo>
                  <a:lnTo>
                    <a:pt x="77869" y="190704"/>
                  </a:lnTo>
                  <a:lnTo>
                    <a:pt x="76036" y="174200"/>
                  </a:lnTo>
                  <a:cubicBezTo>
                    <a:pt x="71456" y="133859"/>
                    <a:pt x="40308" y="101770"/>
                    <a:pt x="0" y="95352"/>
                  </a:cubicBezTo>
                  <a:cubicBezTo>
                    <a:pt x="40308" y="89851"/>
                    <a:pt x="70540" y="57761"/>
                    <a:pt x="76036" y="16503"/>
                  </a:cubicBez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34" name="Google Shape;834;g37bf3141e71_2_11548"/>
          <p:cNvGrpSpPr/>
          <p:nvPr/>
        </p:nvGrpSpPr>
        <p:grpSpPr>
          <a:xfrm>
            <a:off x="10873146" y="5481827"/>
            <a:ext cx="492410" cy="986494"/>
            <a:chOff x="8246118" y="539509"/>
            <a:chExt cx="369317" cy="739889"/>
          </a:xfrm>
        </p:grpSpPr>
        <p:sp>
          <p:nvSpPr>
            <p:cNvPr id="835" name="Google Shape;835;g37bf3141e71_2_11548"/>
            <p:cNvSpPr/>
            <p:nvPr/>
          </p:nvSpPr>
          <p:spPr>
            <a:xfrm rot="8100000">
              <a:off x="8457910" y="56650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6" name="Google Shape;836;g37bf3141e71_2_11548"/>
            <p:cNvSpPr/>
            <p:nvPr/>
          </p:nvSpPr>
          <p:spPr>
            <a:xfrm rot="8100000">
              <a:off x="8457939" y="75163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7" name="Google Shape;837;g37bf3141e71_2_11548"/>
            <p:cNvSpPr/>
            <p:nvPr/>
          </p:nvSpPr>
          <p:spPr>
            <a:xfrm rot="8100000">
              <a:off x="8273162" y="751793"/>
              <a:ext cx="130397" cy="130503"/>
            </a:xfrm>
            <a:custGeom>
              <a:rect b="b" l="l" r="r" t="t"/>
              <a:pathLst>
                <a:path extrusionOk="0" h="223708" w="223526">
                  <a:moveTo>
                    <a:pt x="0" y="0"/>
                  </a:moveTo>
                  <a:lnTo>
                    <a:pt x="223527" y="0"/>
                  </a:lnTo>
                  <a:lnTo>
                    <a:pt x="223527" y="223708"/>
                  </a:lnTo>
                  <a:lnTo>
                    <a:pt x="0" y="223708"/>
                  </a:lnTo>
                  <a:close/>
                </a:path>
              </a:pathLst>
            </a:custGeom>
            <a:solidFill>
              <a:schemeClr val="dk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 name="Google Shape;838;g37bf3141e71_2_11548"/>
            <p:cNvSpPr/>
            <p:nvPr/>
          </p:nvSpPr>
          <p:spPr>
            <a:xfrm rot="8100000">
              <a:off x="8457967" y="936770"/>
              <a:ext cx="130397" cy="130503"/>
            </a:xfrm>
            <a:custGeom>
              <a:rect b="b" l="l" r="r" t="t"/>
              <a:pathLst>
                <a:path extrusionOk="0" h="223708" w="223526">
                  <a:moveTo>
                    <a:pt x="0" y="0"/>
                  </a:moveTo>
                  <a:lnTo>
                    <a:pt x="223527" y="0"/>
                  </a:lnTo>
                  <a:lnTo>
                    <a:pt x="223527" y="223708"/>
                  </a:lnTo>
                  <a:lnTo>
                    <a:pt x="0" y="223708"/>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9" name="Google Shape;839;g37bf3141e71_2_11548"/>
            <p:cNvSpPr/>
            <p:nvPr/>
          </p:nvSpPr>
          <p:spPr>
            <a:xfrm rot="8100000">
              <a:off x="8457995" y="1121905"/>
              <a:ext cx="130397" cy="130503"/>
            </a:xfrm>
            <a:custGeom>
              <a:rect b="b" l="l" r="r" t="t"/>
              <a:pathLst>
                <a:path extrusionOk="0" h="223708" w="223526">
                  <a:moveTo>
                    <a:pt x="0" y="0"/>
                  </a:moveTo>
                  <a:lnTo>
                    <a:pt x="223527" y="0"/>
                  </a:lnTo>
                  <a:lnTo>
                    <a:pt x="223527" y="223708"/>
                  </a:lnTo>
                  <a:lnTo>
                    <a:pt x="0" y="223708"/>
                  </a:lnTo>
                  <a:close/>
                </a:path>
              </a:pathLst>
            </a:custGeom>
            <a:solidFill>
              <a:schemeClr val="accent1"/>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40" name="Google Shape;840;g37bf3141e71_2_11548"/>
          <p:cNvGrpSpPr/>
          <p:nvPr/>
        </p:nvGrpSpPr>
        <p:grpSpPr>
          <a:xfrm>
            <a:off x="342017" y="1822865"/>
            <a:ext cx="259130" cy="673311"/>
            <a:chOff x="5025077" y="4050620"/>
            <a:chExt cx="272081" cy="706888"/>
          </a:xfrm>
        </p:grpSpPr>
        <p:sp>
          <p:nvSpPr>
            <p:cNvPr id="841" name="Google Shape;841;g37bf3141e71_2_11548"/>
            <p:cNvSpPr/>
            <p:nvPr/>
          </p:nvSpPr>
          <p:spPr>
            <a:xfrm>
              <a:off x="5186310" y="4211068"/>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2" name="Google Shape;842;g37bf3141e71_2_11548"/>
            <p:cNvSpPr/>
            <p:nvPr/>
          </p:nvSpPr>
          <p:spPr>
            <a:xfrm>
              <a:off x="5025077" y="405062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3" name="Google Shape;843;g37bf3141e71_2_11548"/>
            <p:cNvSpPr/>
            <p:nvPr/>
          </p:nvSpPr>
          <p:spPr>
            <a:xfrm>
              <a:off x="5025077" y="4211068"/>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4" name="Google Shape;844;g37bf3141e71_2_11548"/>
            <p:cNvSpPr/>
            <p:nvPr/>
          </p:nvSpPr>
          <p:spPr>
            <a:xfrm>
              <a:off x="5186310" y="4050620"/>
              <a:ext cx="110848" cy="110938"/>
            </a:xfrm>
            <a:custGeom>
              <a:rect b="b" l="l" r="r" t="t"/>
              <a:pathLst>
                <a:path extrusionOk="0" h="110938" w="110848">
                  <a:moveTo>
                    <a:pt x="0" y="110938"/>
                  </a:moveTo>
                  <a:lnTo>
                    <a:pt x="110848"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5" name="Google Shape;845;g37bf3141e71_2_11548"/>
            <p:cNvSpPr/>
            <p:nvPr/>
          </p:nvSpPr>
          <p:spPr>
            <a:xfrm>
              <a:off x="5186310" y="4486122"/>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6" name="Google Shape;846;g37bf3141e71_2_11548"/>
            <p:cNvSpPr/>
            <p:nvPr/>
          </p:nvSpPr>
          <p:spPr>
            <a:xfrm>
              <a:off x="5025077" y="4646570"/>
              <a:ext cx="110848" cy="110938"/>
            </a:xfrm>
            <a:custGeom>
              <a:rect b="b" l="l" r="r" t="t"/>
              <a:pathLst>
                <a:path extrusionOk="0" h="110938" w="110848">
                  <a:moveTo>
                    <a:pt x="110848" y="0"/>
                  </a:moveTo>
                  <a:lnTo>
                    <a:pt x="0" y="110938"/>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7" name="Google Shape;847;g37bf3141e71_2_11548"/>
            <p:cNvSpPr/>
            <p:nvPr/>
          </p:nvSpPr>
          <p:spPr>
            <a:xfrm>
              <a:off x="5186310" y="4646570"/>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8" name="Google Shape;848;g37bf3141e71_2_11548"/>
            <p:cNvSpPr/>
            <p:nvPr/>
          </p:nvSpPr>
          <p:spPr>
            <a:xfrm>
              <a:off x="5025077" y="4486122"/>
              <a:ext cx="110848" cy="110938"/>
            </a:xfrm>
            <a:custGeom>
              <a:rect b="b" l="l" r="r" t="t"/>
              <a:pathLst>
                <a:path extrusionOk="0" h="110938" w="110848">
                  <a:moveTo>
                    <a:pt x="110848" y="110938"/>
                  </a:moveTo>
                  <a:lnTo>
                    <a:pt x="0" y="0"/>
                  </a:lnTo>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849" name="Google Shape;849;g37bf3141e71_2_11548"/>
          <p:cNvGrpSpPr/>
          <p:nvPr/>
        </p:nvGrpSpPr>
        <p:grpSpPr>
          <a:xfrm rot="2700000">
            <a:off x="-1658394" y="2552412"/>
            <a:ext cx="2260080" cy="2250314"/>
            <a:chOff x="5010334" y="-947702"/>
            <a:chExt cx="1842636" cy="1834885"/>
          </a:xfrm>
        </p:grpSpPr>
        <p:sp>
          <p:nvSpPr>
            <p:cNvPr id="850" name="Google Shape;850;g37bf3141e71_2_11548"/>
            <p:cNvSpPr/>
            <p:nvPr/>
          </p:nvSpPr>
          <p:spPr>
            <a:xfrm>
              <a:off x="5010334" y="-947702"/>
              <a:ext cx="1460174" cy="1461729"/>
            </a:xfrm>
            <a:custGeom>
              <a:rect b="b" l="l" r="r" t="t"/>
              <a:pathLst>
                <a:path extrusionOk="0" h="1461729" w="1460174">
                  <a:moveTo>
                    <a:pt x="1435943" y="24250"/>
                  </a:moveTo>
                  <a:cubicBezTo>
                    <a:pt x="1538546" y="126937"/>
                    <a:pt x="1305857" y="526682"/>
                    <a:pt x="916514" y="917257"/>
                  </a:cubicBezTo>
                  <a:cubicBezTo>
                    <a:pt x="526254" y="1307834"/>
                    <a:pt x="126834" y="1540712"/>
                    <a:pt x="24231" y="1437109"/>
                  </a:cubicBezTo>
                  <a:cubicBezTo>
                    <a:pt x="-78373" y="1334422"/>
                    <a:pt x="154317" y="934678"/>
                    <a:pt x="543660" y="544102"/>
                  </a:cubicBezTo>
                  <a:cubicBezTo>
                    <a:pt x="933004" y="154443"/>
                    <a:pt x="1332424" y="-78436"/>
                    <a:pt x="1435943" y="24250"/>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1" name="Google Shape;851;g37bf3141e71_2_11548"/>
            <p:cNvSpPr/>
            <p:nvPr/>
          </p:nvSpPr>
          <p:spPr>
            <a:xfrm rot="-2700000">
              <a:off x="4927090" y="-294536"/>
              <a:ext cx="1998192" cy="528391"/>
            </a:xfrm>
            <a:custGeom>
              <a:rect b="b" l="l" r="r" t="t"/>
              <a:pathLst>
                <a:path extrusionOk="0" h="528097" w="1997081">
                  <a:moveTo>
                    <a:pt x="1997082" y="264049"/>
                  </a:moveTo>
                  <a:cubicBezTo>
                    <a:pt x="1997082" y="409879"/>
                    <a:pt x="1550020" y="528097"/>
                    <a:pt x="998541" y="528097"/>
                  </a:cubicBezTo>
                  <a:cubicBezTo>
                    <a:pt x="447062" y="528097"/>
                    <a:pt x="0" y="409879"/>
                    <a:pt x="0" y="264049"/>
                  </a:cubicBezTo>
                  <a:cubicBezTo>
                    <a:pt x="0" y="118219"/>
                    <a:pt x="447062" y="0"/>
                    <a:pt x="998541" y="0"/>
                  </a:cubicBezTo>
                  <a:cubicBezTo>
                    <a:pt x="1550020" y="0"/>
                    <a:pt x="1997082" y="118219"/>
                    <a:pt x="1997082" y="264049"/>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2" name="Google Shape;852;g37bf3141e71_2_11548"/>
            <p:cNvSpPr/>
            <p:nvPr/>
          </p:nvSpPr>
          <p:spPr>
            <a:xfrm>
              <a:off x="5392797" y="-574546"/>
              <a:ext cx="1460173" cy="1461729"/>
            </a:xfrm>
            <a:custGeom>
              <a:rect b="b" l="l" r="r" t="t"/>
              <a:pathLst>
                <a:path extrusionOk="0" h="1461729" w="1460173">
                  <a:moveTo>
                    <a:pt x="1435943" y="24251"/>
                  </a:moveTo>
                  <a:cubicBezTo>
                    <a:pt x="1538546" y="126937"/>
                    <a:pt x="1305856" y="526681"/>
                    <a:pt x="916513" y="917257"/>
                  </a:cubicBezTo>
                  <a:cubicBezTo>
                    <a:pt x="526254" y="1307833"/>
                    <a:pt x="126834" y="1540712"/>
                    <a:pt x="24231" y="1437109"/>
                  </a:cubicBezTo>
                  <a:cubicBezTo>
                    <a:pt x="-78373" y="1334422"/>
                    <a:pt x="154317" y="934678"/>
                    <a:pt x="543660" y="544101"/>
                  </a:cubicBezTo>
                  <a:cubicBezTo>
                    <a:pt x="933919" y="154442"/>
                    <a:pt x="1333339" y="-78436"/>
                    <a:pt x="1435943" y="24251"/>
                  </a:cubicBezTo>
                  <a:close/>
                </a:path>
              </a:pathLst>
            </a:custGeom>
            <a:noFill/>
            <a:ln cap="flat" cmpd="sng" w="12700">
              <a:solidFill>
                <a:schemeClr val="dk1"/>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7bf3141e71_2_10732"/>
          <p:cNvSpPr txBox="1"/>
          <p:nvPr>
            <p:ph type="title"/>
          </p:nvPr>
        </p:nvSpPr>
        <p:spPr>
          <a:xfrm>
            <a:off x="950967" y="719333"/>
            <a:ext cx="102900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1pPr>
            <a:lvl2pPr lvl="1"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2pPr>
            <a:lvl3pPr lvl="2"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3pPr>
            <a:lvl4pPr lvl="3"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4pPr>
            <a:lvl5pPr lvl="4"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5pPr>
            <a:lvl6pPr lvl="5"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6pPr>
            <a:lvl7pPr lvl="6"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7pPr>
            <a:lvl8pPr lvl="7"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8pPr>
            <a:lvl9pPr lvl="8" marR="0" rtl="0" algn="l">
              <a:lnSpc>
                <a:spcPct val="100000"/>
              </a:lnSpc>
              <a:spcBef>
                <a:spcPts val="0"/>
              </a:spcBef>
              <a:spcAft>
                <a:spcPts val="0"/>
              </a:spcAft>
              <a:buClr>
                <a:schemeClr val="dk1"/>
              </a:buClr>
              <a:buSzPts val="4000"/>
              <a:buFont typeface="Epilogue"/>
              <a:buNone/>
              <a:defRPr b="1" i="0" sz="4000" u="none" cap="none" strike="noStrike">
                <a:solidFill>
                  <a:schemeClr val="dk1"/>
                </a:solidFill>
                <a:latin typeface="Epilogue"/>
                <a:ea typeface="Epilogue"/>
                <a:cs typeface="Epilogue"/>
                <a:sym typeface="Epilogue"/>
              </a:defRPr>
            </a:lvl9pPr>
          </a:lstStyle>
          <a:p/>
        </p:txBody>
      </p:sp>
      <p:sp>
        <p:nvSpPr>
          <p:cNvPr id="7" name="Google Shape;7;g37bf3141e71_2_10732"/>
          <p:cNvSpPr txBox="1"/>
          <p:nvPr>
            <p:ph idx="1" type="body"/>
          </p:nvPr>
        </p:nvSpPr>
        <p:spPr>
          <a:xfrm>
            <a:off x="950967" y="1536633"/>
            <a:ext cx="10290000" cy="45552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1pPr>
            <a:lvl2pPr indent="-330200" lvl="1" marL="9144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2pPr>
            <a:lvl3pPr indent="-330200" lvl="2" marL="13716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3pPr>
            <a:lvl4pPr indent="-330200" lvl="3" marL="18288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4pPr>
            <a:lvl5pPr indent="-330200" lvl="4" marL="22860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5pPr>
            <a:lvl6pPr indent="-330200" lvl="5" marL="27432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6pPr>
            <a:lvl7pPr indent="-330200" lvl="6" marL="32004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7pPr>
            <a:lvl8pPr indent="-330200" lvl="7" marL="36576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8pPr>
            <a:lvl9pPr indent="-330200" lvl="8" marL="4114800" marR="0" rtl="0" algn="l">
              <a:lnSpc>
                <a:spcPct val="100000"/>
              </a:lnSpc>
              <a:spcBef>
                <a:spcPts val="0"/>
              </a:spcBef>
              <a:spcAft>
                <a:spcPts val="0"/>
              </a:spcAft>
              <a:buClr>
                <a:schemeClr val="dk1"/>
              </a:buClr>
              <a:buSzPts val="1600"/>
              <a:buFont typeface="Amiko"/>
              <a:buChar char="■"/>
              <a:defRPr b="0" i="0" sz="1600" u="none" cap="none" strike="noStrike">
                <a:solidFill>
                  <a:schemeClr val="dk1"/>
                </a:solidFill>
                <a:latin typeface="Amiko"/>
                <a:ea typeface="Amiko"/>
                <a:cs typeface="Amiko"/>
                <a:sym typeface="Amik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2.jp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2.png"/><Relationship Id="rId7" Type="http://schemas.openxmlformats.org/officeDocument/2006/relationships/image" Target="../media/image3.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6" name="Shape 856"/>
        <p:cNvGrpSpPr/>
        <p:nvPr/>
      </p:nvGrpSpPr>
      <p:grpSpPr>
        <a:xfrm>
          <a:off x="0" y="0"/>
          <a:ext cx="0" cy="0"/>
          <a:chOff x="0" y="0"/>
          <a:chExt cx="0" cy="0"/>
        </a:xfrm>
      </p:grpSpPr>
      <p:grpSp>
        <p:nvGrpSpPr>
          <p:cNvPr id="857" name="Google Shape;857;g37bf3141e71_2_8961"/>
          <p:cNvGrpSpPr/>
          <p:nvPr/>
        </p:nvGrpSpPr>
        <p:grpSpPr>
          <a:xfrm rot="10800000">
            <a:off x="7433926" y="1238689"/>
            <a:ext cx="2562988" cy="1262383"/>
            <a:chOff x="4392967" y="5434139"/>
            <a:chExt cx="1807467" cy="890256"/>
          </a:xfrm>
        </p:grpSpPr>
        <p:sp>
          <p:nvSpPr>
            <p:cNvPr id="858" name="Google Shape;858;g37bf3141e71_2_8961"/>
            <p:cNvSpPr/>
            <p:nvPr/>
          </p:nvSpPr>
          <p:spPr>
            <a:xfrm>
              <a:off x="4392967" y="5434139"/>
              <a:ext cx="993053" cy="890256"/>
            </a:xfrm>
            <a:custGeom>
              <a:rect b="b" l="l" r="r" t="t"/>
              <a:pathLst>
                <a:path extrusionOk="0" h="890256" w="993053">
                  <a:moveTo>
                    <a:pt x="0" y="0"/>
                  </a:moveTo>
                  <a:lnTo>
                    <a:pt x="993054" y="0"/>
                  </a:lnTo>
                  <a:lnTo>
                    <a:pt x="993054" y="890256"/>
                  </a:lnTo>
                  <a:lnTo>
                    <a:pt x="0" y="890256"/>
                  </a:lnTo>
                  <a:close/>
                </a:path>
              </a:pathLst>
            </a:custGeom>
            <a:solidFill>
              <a:schemeClr val="lt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9" name="Google Shape;859;g37bf3141e71_2_8961"/>
            <p:cNvSpPr/>
            <p:nvPr/>
          </p:nvSpPr>
          <p:spPr>
            <a:xfrm>
              <a:off x="5386020" y="5434139"/>
              <a:ext cx="814414" cy="890256"/>
            </a:xfrm>
            <a:custGeom>
              <a:rect b="b" l="l" r="r" t="t"/>
              <a:pathLst>
                <a:path extrusionOk="0" h="890256" w="814414">
                  <a:moveTo>
                    <a:pt x="0" y="0"/>
                  </a:moveTo>
                  <a:lnTo>
                    <a:pt x="0" y="890256"/>
                  </a:lnTo>
                  <a:lnTo>
                    <a:pt x="237270" y="890256"/>
                  </a:lnTo>
                  <a:cubicBezTo>
                    <a:pt x="556074" y="890256"/>
                    <a:pt x="814414" y="631706"/>
                    <a:pt x="814414" y="312644"/>
                  </a:cubicBezTo>
                  <a:lnTo>
                    <a:pt x="814414" y="0"/>
                  </a:lnTo>
                  <a:lnTo>
                    <a:pt x="0" y="0"/>
                  </a:lnTo>
                  <a:close/>
                </a:path>
              </a:pathLst>
            </a:custGeom>
            <a:solidFill>
              <a:schemeClr val="dk2"/>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60" name="Google Shape;860;g37bf3141e71_2_8961"/>
          <p:cNvSpPr txBox="1"/>
          <p:nvPr>
            <p:ph type="ctrTitle"/>
          </p:nvPr>
        </p:nvSpPr>
        <p:spPr>
          <a:xfrm>
            <a:off x="1830400" y="3937624"/>
            <a:ext cx="5346900" cy="1840500"/>
          </a:xfrm>
          <a:prstGeom prst="rect">
            <a:avLst/>
          </a:prstGeom>
          <a:noFill/>
          <a:ln>
            <a:noFill/>
          </a:ln>
        </p:spPr>
        <p:txBody>
          <a:bodyPr anchorCtr="0" anchor="ctr" bIns="121900" lIns="121900" spcFirstLastPara="1" rIns="121900" wrap="square" tIns="121900">
            <a:noAutofit/>
          </a:bodyPr>
          <a:lstStyle/>
          <a:p>
            <a:pPr indent="0" lvl="0" marL="0" rtl="0" algn="ctr">
              <a:lnSpc>
                <a:spcPct val="100000"/>
              </a:lnSpc>
              <a:spcBef>
                <a:spcPts val="0"/>
              </a:spcBef>
              <a:spcAft>
                <a:spcPts val="0"/>
              </a:spcAft>
              <a:buClr>
                <a:schemeClr val="dk1"/>
              </a:buClr>
              <a:buSzPts val="6900"/>
              <a:buFont typeface="Arial"/>
              <a:buNone/>
            </a:pPr>
            <a:r>
              <a:rPr lang="es-MX" sz="4400">
                <a:latin typeface="Calibri"/>
                <a:ea typeface="Calibri"/>
                <a:cs typeface="Calibri"/>
                <a:sym typeface="Calibri"/>
              </a:rPr>
              <a:t>PROYECTO</a:t>
            </a:r>
            <a:endParaRPr sz="4400">
              <a:latin typeface="Calibri"/>
              <a:ea typeface="Calibri"/>
              <a:cs typeface="Calibri"/>
              <a:sym typeface="Calibri"/>
            </a:endParaRPr>
          </a:p>
          <a:p>
            <a:pPr indent="0" lvl="0" marL="0" rtl="0" algn="ctr">
              <a:lnSpc>
                <a:spcPct val="100000"/>
              </a:lnSpc>
              <a:spcBef>
                <a:spcPts val="0"/>
              </a:spcBef>
              <a:spcAft>
                <a:spcPts val="0"/>
              </a:spcAft>
              <a:buClr>
                <a:schemeClr val="dk1"/>
              </a:buClr>
              <a:buSzPts val="6900"/>
              <a:buFont typeface="Arial"/>
              <a:buNone/>
            </a:pPr>
            <a:r>
              <a:rPr lang="es-MX" sz="2400">
                <a:latin typeface="Calibri"/>
                <a:ea typeface="Calibri"/>
                <a:cs typeface="Calibri"/>
                <a:sym typeface="Calibri"/>
              </a:rPr>
              <a:t>CAPSTONE</a:t>
            </a:r>
            <a:endParaRPr sz="2400">
              <a:latin typeface="Calibri"/>
              <a:ea typeface="Calibri"/>
              <a:cs typeface="Calibri"/>
              <a:sym typeface="Calibri"/>
            </a:endParaRPr>
          </a:p>
          <a:p>
            <a:pPr indent="0" lvl="0" marL="0" rtl="0" algn="ctr">
              <a:lnSpc>
                <a:spcPct val="100000"/>
              </a:lnSpc>
              <a:spcBef>
                <a:spcPts val="0"/>
              </a:spcBef>
              <a:spcAft>
                <a:spcPts val="0"/>
              </a:spcAft>
              <a:buClr>
                <a:schemeClr val="dk1"/>
              </a:buClr>
              <a:buSzPts val="6900"/>
              <a:buFont typeface="Arial"/>
              <a:buNone/>
            </a:pPr>
            <a:r>
              <a:rPr lang="es-MX" sz="2400">
                <a:latin typeface="Calibri"/>
                <a:ea typeface="Calibri"/>
                <a:cs typeface="Calibri"/>
                <a:sym typeface="Calibri"/>
              </a:rPr>
              <a:t>FASE 2</a:t>
            </a:r>
            <a:endParaRPr sz="6000"/>
          </a:p>
        </p:txBody>
      </p:sp>
      <p:pic>
        <p:nvPicPr>
          <p:cNvPr id="861" name="Google Shape;861;g37bf3141e71_2_8961" title="ChatGPT Image 4 sept 2025, 23_07_10.png"/>
          <p:cNvPicPr preferRelativeResize="0"/>
          <p:nvPr>
            <p:ph idx="2" type="pic"/>
          </p:nvPr>
        </p:nvPicPr>
        <p:blipFill rotWithShape="1">
          <a:blip r:embed="rId3">
            <a:alphaModFix/>
          </a:blip>
          <a:srcRect b="5260" l="0" r="0" t="5261"/>
          <a:stretch/>
        </p:blipFill>
        <p:spPr>
          <a:xfrm>
            <a:off x="7619067" y="1424500"/>
            <a:ext cx="3436500" cy="4612500"/>
          </a:xfrm>
          <a:prstGeom prst="round2SameRect">
            <a:avLst>
              <a:gd fmla="val 17241" name="adj1"/>
              <a:gd fmla="val 0" name="adj2"/>
            </a:avLst>
          </a:prstGeom>
          <a:noFill/>
          <a:ln>
            <a:noFill/>
          </a:ln>
        </p:spPr>
      </p:pic>
      <p:pic>
        <p:nvPicPr>
          <p:cNvPr descr="EscuelaIT Duoc UC - Escuela de Informática y Telecomunicaciones Duoc UC - Duoc  UC | LinkedIn" id="862" name="Google Shape;862;g37bf3141e71_2_8961"/>
          <p:cNvPicPr preferRelativeResize="0"/>
          <p:nvPr/>
        </p:nvPicPr>
        <p:blipFill rotWithShape="1">
          <a:blip r:embed="rId4">
            <a:alphaModFix/>
          </a:blip>
          <a:srcRect b="0" l="0" r="0" t="0"/>
          <a:stretch/>
        </p:blipFill>
        <p:spPr>
          <a:xfrm>
            <a:off x="9050602" y="0"/>
            <a:ext cx="3141406" cy="785352"/>
          </a:xfrm>
          <a:prstGeom prst="rect">
            <a:avLst/>
          </a:prstGeom>
          <a:noFill/>
          <a:ln>
            <a:noFill/>
          </a:ln>
        </p:spPr>
      </p:pic>
      <p:sp>
        <p:nvSpPr>
          <p:cNvPr id="863" name="Google Shape;863;g37bf3141e71_2_8961"/>
          <p:cNvSpPr/>
          <p:nvPr/>
        </p:nvSpPr>
        <p:spPr>
          <a:xfrm>
            <a:off x="7088866" y="4667935"/>
            <a:ext cx="1310680" cy="1312726"/>
          </a:xfrm>
          <a:custGeom>
            <a:rect b="b" l="l" r="r" t="t"/>
            <a:pathLst>
              <a:path extrusionOk="0" h="1223987" w="1222079">
                <a:moveTo>
                  <a:pt x="1222079" y="611535"/>
                </a:moveTo>
                <a:lnTo>
                  <a:pt x="1023285" y="658295"/>
                </a:lnTo>
                <a:lnTo>
                  <a:pt x="1207422" y="748146"/>
                </a:lnTo>
                <a:lnTo>
                  <a:pt x="1002215" y="749062"/>
                </a:lnTo>
                <a:lnTo>
                  <a:pt x="1161617" y="877420"/>
                </a:lnTo>
                <a:lnTo>
                  <a:pt x="961906" y="832495"/>
                </a:lnTo>
                <a:lnTo>
                  <a:pt x="1089244" y="993860"/>
                </a:lnTo>
                <a:lnTo>
                  <a:pt x="904192" y="904926"/>
                </a:lnTo>
                <a:lnTo>
                  <a:pt x="992138" y="1090129"/>
                </a:lnTo>
                <a:lnTo>
                  <a:pt x="831820" y="963604"/>
                </a:lnTo>
                <a:lnTo>
                  <a:pt x="876709" y="1163476"/>
                </a:lnTo>
                <a:lnTo>
                  <a:pt x="748455" y="1003945"/>
                </a:lnTo>
                <a:lnTo>
                  <a:pt x="746623" y="1208402"/>
                </a:lnTo>
                <a:lnTo>
                  <a:pt x="657761" y="1024116"/>
                </a:lnTo>
                <a:lnTo>
                  <a:pt x="611039" y="1223988"/>
                </a:lnTo>
                <a:lnTo>
                  <a:pt x="564319" y="1024116"/>
                </a:lnTo>
                <a:lnTo>
                  <a:pt x="475457" y="1208402"/>
                </a:lnTo>
                <a:lnTo>
                  <a:pt x="474540" y="1003945"/>
                </a:lnTo>
                <a:lnTo>
                  <a:pt x="345370" y="1163476"/>
                </a:lnTo>
                <a:lnTo>
                  <a:pt x="390259" y="963604"/>
                </a:lnTo>
                <a:lnTo>
                  <a:pt x="229941" y="1090129"/>
                </a:lnTo>
                <a:lnTo>
                  <a:pt x="317887" y="904926"/>
                </a:lnTo>
                <a:lnTo>
                  <a:pt x="132835" y="993860"/>
                </a:lnTo>
                <a:lnTo>
                  <a:pt x="260173" y="832495"/>
                </a:lnTo>
                <a:lnTo>
                  <a:pt x="60463" y="877420"/>
                </a:lnTo>
                <a:lnTo>
                  <a:pt x="219864" y="749062"/>
                </a:lnTo>
                <a:lnTo>
                  <a:pt x="14658" y="748146"/>
                </a:lnTo>
                <a:lnTo>
                  <a:pt x="198794" y="658295"/>
                </a:lnTo>
                <a:lnTo>
                  <a:pt x="0" y="611535"/>
                </a:lnTo>
                <a:lnTo>
                  <a:pt x="198794" y="565693"/>
                </a:lnTo>
                <a:lnTo>
                  <a:pt x="14658" y="475842"/>
                </a:lnTo>
                <a:lnTo>
                  <a:pt x="219864" y="474926"/>
                </a:lnTo>
                <a:lnTo>
                  <a:pt x="60463" y="346567"/>
                </a:lnTo>
                <a:lnTo>
                  <a:pt x="260173" y="391493"/>
                </a:lnTo>
                <a:lnTo>
                  <a:pt x="132835" y="230128"/>
                </a:lnTo>
                <a:lnTo>
                  <a:pt x="317887" y="318145"/>
                </a:lnTo>
                <a:lnTo>
                  <a:pt x="229941" y="133859"/>
                </a:lnTo>
                <a:lnTo>
                  <a:pt x="390259" y="260384"/>
                </a:lnTo>
                <a:lnTo>
                  <a:pt x="345370" y="60512"/>
                </a:lnTo>
                <a:lnTo>
                  <a:pt x="474540" y="220043"/>
                </a:lnTo>
                <a:lnTo>
                  <a:pt x="475457" y="15586"/>
                </a:lnTo>
                <a:lnTo>
                  <a:pt x="564319" y="199872"/>
                </a:lnTo>
                <a:lnTo>
                  <a:pt x="611039" y="0"/>
                </a:lnTo>
                <a:lnTo>
                  <a:pt x="657761" y="199872"/>
                </a:lnTo>
                <a:lnTo>
                  <a:pt x="746623" y="15586"/>
                </a:lnTo>
                <a:lnTo>
                  <a:pt x="748455" y="220043"/>
                </a:lnTo>
                <a:lnTo>
                  <a:pt x="876709" y="60512"/>
                </a:lnTo>
                <a:lnTo>
                  <a:pt x="831820" y="260384"/>
                </a:lnTo>
                <a:lnTo>
                  <a:pt x="992138" y="133859"/>
                </a:lnTo>
                <a:lnTo>
                  <a:pt x="904192" y="319062"/>
                </a:lnTo>
                <a:lnTo>
                  <a:pt x="1089244" y="230128"/>
                </a:lnTo>
                <a:lnTo>
                  <a:pt x="961906" y="391493"/>
                </a:lnTo>
                <a:lnTo>
                  <a:pt x="1161617" y="346567"/>
                </a:lnTo>
                <a:lnTo>
                  <a:pt x="1002215" y="474926"/>
                </a:lnTo>
                <a:lnTo>
                  <a:pt x="1207422" y="475842"/>
                </a:lnTo>
                <a:lnTo>
                  <a:pt x="1023285" y="565693"/>
                </a:lnTo>
                <a:close/>
              </a:path>
            </a:pathLst>
          </a:custGeom>
          <a:noFill/>
          <a:ln cap="flat" cmpd="sng" w="9525">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pic>
        <p:nvPicPr>
          <p:cNvPr id="864" name="Google Shape;864;g37bf3141e71_2_8961"/>
          <p:cNvPicPr preferRelativeResize="0"/>
          <p:nvPr/>
        </p:nvPicPr>
        <p:blipFill rotWithShape="1">
          <a:blip r:embed="rId5">
            <a:alphaModFix/>
          </a:blip>
          <a:srcRect b="24271" l="0" r="0" t="15783"/>
          <a:stretch/>
        </p:blipFill>
        <p:spPr>
          <a:xfrm>
            <a:off x="1830400" y="785350"/>
            <a:ext cx="5258476" cy="3152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g37bf3141e71_2_7169"/>
          <p:cNvSpPr/>
          <p:nvPr/>
        </p:nvSpPr>
        <p:spPr>
          <a:xfrm>
            <a:off x="6350418" y="4259595"/>
            <a:ext cx="4270800" cy="1677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45713" rotWithShape="0" algn="ctr" dir="5400000" dist="15238">
              <a:srgbClr val="000000">
                <a:alpha val="62745"/>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119"/>
              <a:buFont typeface="Arial"/>
              <a:buNone/>
            </a:pPr>
            <a:r>
              <a:t/>
            </a:r>
            <a:endParaRPr b="0" i="0" sz="1119" u="none" cap="none" strike="noStrike">
              <a:solidFill>
                <a:srgbClr val="000000"/>
              </a:solidFill>
              <a:latin typeface="Arial"/>
              <a:ea typeface="Arial"/>
              <a:cs typeface="Arial"/>
              <a:sym typeface="Arial"/>
            </a:endParaRPr>
          </a:p>
        </p:txBody>
      </p:sp>
      <p:sp>
        <p:nvSpPr>
          <p:cNvPr id="870" name="Google Shape;870;g37bf3141e71_2_7169"/>
          <p:cNvSpPr/>
          <p:nvPr/>
        </p:nvSpPr>
        <p:spPr>
          <a:xfrm>
            <a:off x="1664105" y="4282308"/>
            <a:ext cx="4270800" cy="1677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45713" rotWithShape="0" algn="ctr" dir="5400000" dist="15238">
              <a:srgbClr val="000000">
                <a:alpha val="62745"/>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119"/>
              <a:buFont typeface="Arial"/>
              <a:buNone/>
            </a:pPr>
            <a:r>
              <a:t/>
            </a:r>
            <a:endParaRPr b="0" i="0" sz="1119" u="none" cap="none" strike="noStrike">
              <a:solidFill>
                <a:srgbClr val="000000"/>
              </a:solidFill>
              <a:latin typeface="Arial"/>
              <a:ea typeface="Arial"/>
              <a:cs typeface="Arial"/>
              <a:sym typeface="Arial"/>
            </a:endParaRPr>
          </a:p>
        </p:txBody>
      </p:sp>
      <p:sp>
        <p:nvSpPr>
          <p:cNvPr id="871" name="Google Shape;871;g37bf3141e71_2_7169"/>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872" name="Google Shape;872;g37bf3141e71_2_7169"/>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873" name="Google Shape;873;g37bf3141e71_2_7169"/>
          <p:cNvSpPr/>
          <p:nvPr/>
        </p:nvSpPr>
        <p:spPr>
          <a:xfrm>
            <a:off x="1664130" y="1938383"/>
            <a:ext cx="4270800" cy="1677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45713" rotWithShape="0" algn="ctr" dir="5400000" dist="15238">
              <a:srgbClr val="000000">
                <a:alpha val="62745"/>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119"/>
              <a:buFont typeface="Arial"/>
              <a:buNone/>
            </a:pPr>
            <a:r>
              <a:t/>
            </a:r>
            <a:endParaRPr b="0" i="0" sz="1119" u="none" cap="none" strike="noStrike">
              <a:solidFill>
                <a:srgbClr val="000000"/>
              </a:solidFill>
              <a:latin typeface="Arial"/>
              <a:ea typeface="Arial"/>
              <a:cs typeface="Arial"/>
              <a:sym typeface="Arial"/>
            </a:endParaRPr>
          </a:p>
        </p:txBody>
      </p:sp>
      <p:sp>
        <p:nvSpPr>
          <p:cNvPr id="874" name="Google Shape;874;g37bf3141e71_2_7169"/>
          <p:cNvSpPr txBox="1"/>
          <p:nvPr/>
        </p:nvSpPr>
        <p:spPr>
          <a:xfrm>
            <a:off x="3326780" y="1938383"/>
            <a:ext cx="2608200" cy="1677600"/>
          </a:xfrm>
          <a:prstGeom prst="rect">
            <a:avLst/>
          </a:prstGeom>
          <a:noFill/>
          <a:ln>
            <a:noFill/>
          </a:ln>
        </p:spPr>
        <p:txBody>
          <a:bodyPr anchorCtr="0" anchor="t" bIns="79225" lIns="79225" spcFirstLastPara="1" rIns="79225" wrap="square" tIns="79225">
            <a:noAutofit/>
          </a:bodyPr>
          <a:lstStyle/>
          <a:p>
            <a:pPr indent="0" lvl="0" marL="0" marR="0" rtl="0" algn="l">
              <a:lnSpc>
                <a:spcPct val="90000"/>
              </a:lnSpc>
              <a:spcBef>
                <a:spcPts val="0"/>
              </a:spcBef>
              <a:spcAft>
                <a:spcPts val="0"/>
              </a:spcAft>
              <a:buClr>
                <a:schemeClr val="lt1"/>
              </a:buClr>
              <a:buSzPts val="2080"/>
              <a:buFont typeface="Calibri"/>
              <a:buNone/>
            </a:pPr>
            <a:r>
              <a:t/>
            </a:r>
            <a:endParaRPr b="0" i="0" sz="2079"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79"/>
              <a:buFont typeface="Arial"/>
              <a:buNone/>
            </a:pPr>
            <a:r>
              <a:rPr b="0" i="0" lang="es-MX" sz="2079" u="none" cap="none" strike="noStrike">
                <a:solidFill>
                  <a:schemeClr val="lt1"/>
                </a:solidFill>
                <a:latin typeface="Calibri"/>
                <a:ea typeface="Calibri"/>
                <a:cs typeface="Calibri"/>
                <a:sym typeface="Calibri"/>
              </a:rPr>
              <a:t>Mateo Araneda</a:t>
            </a:r>
            <a:endParaRPr b="0" i="0" sz="2079" u="none" cap="none" strike="noStrike">
              <a:solidFill>
                <a:schemeClr val="lt1"/>
              </a:solidFill>
              <a:latin typeface="Calibri"/>
              <a:ea typeface="Calibri"/>
              <a:cs typeface="Calibri"/>
              <a:sym typeface="Calibri"/>
            </a:endParaRPr>
          </a:p>
          <a:p>
            <a:pPr indent="-182853" lvl="1" marL="182853" marR="0" rtl="0" algn="l">
              <a:lnSpc>
                <a:spcPct val="90000"/>
              </a:lnSpc>
              <a:spcBef>
                <a:spcPts val="728"/>
              </a:spcBef>
              <a:spcAft>
                <a:spcPts val="0"/>
              </a:spcAft>
              <a:buClr>
                <a:schemeClr val="lt1"/>
              </a:buClr>
              <a:buSzPts val="1600"/>
              <a:buFont typeface="Calibri"/>
              <a:buChar char="•"/>
            </a:pPr>
            <a:r>
              <a:rPr b="0" i="0" lang="es-MX" sz="1599" u="none" cap="none" strike="noStrike">
                <a:solidFill>
                  <a:schemeClr val="lt1"/>
                </a:solidFill>
                <a:latin typeface="Calibri"/>
                <a:ea typeface="Calibri"/>
                <a:cs typeface="Calibri"/>
                <a:sym typeface="Calibri"/>
              </a:rPr>
              <a:t>Developer</a:t>
            </a:r>
            <a:endParaRPr b="0" i="0" sz="1599" u="none" cap="none" strike="noStrike">
              <a:solidFill>
                <a:schemeClr val="lt1"/>
              </a:solidFill>
              <a:latin typeface="Calibri"/>
              <a:ea typeface="Calibri"/>
              <a:cs typeface="Calibri"/>
              <a:sym typeface="Calibri"/>
            </a:endParaRPr>
          </a:p>
        </p:txBody>
      </p:sp>
      <p:sp>
        <p:nvSpPr>
          <p:cNvPr id="875" name="Google Shape;875;g37bf3141e71_2_7169"/>
          <p:cNvSpPr txBox="1"/>
          <p:nvPr/>
        </p:nvSpPr>
        <p:spPr>
          <a:xfrm>
            <a:off x="-56750" y="935574"/>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lang="es-MX" sz="3600">
                <a:solidFill>
                  <a:schemeClr val="dk1"/>
                </a:solidFill>
                <a:latin typeface="Calibri"/>
                <a:ea typeface="Calibri"/>
                <a:cs typeface="Calibri"/>
                <a:sym typeface="Calibri"/>
              </a:rPr>
              <a:t>INTEGRANTES DEL PROYECTO</a:t>
            </a:r>
            <a:endParaRPr b="1" i="0" sz="3600" u="none" cap="none" strike="noStrike">
              <a:solidFill>
                <a:schemeClr val="dk1"/>
              </a:solidFill>
              <a:latin typeface="Calibri"/>
              <a:ea typeface="Calibri"/>
              <a:cs typeface="Calibri"/>
              <a:sym typeface="Calibri"/>
            </a:endParaRPr>
          </a:p>
        </p:txBody>
      </p:sp>
      <p:sp>
        <p:nvSpPr>
          <p:cNvPr id="876" name="Google Shape;876;g37bf3141e71_2_7169"/>
          <p:cNvSpPr/>
          <p:nvPr/>
        </p:nvSpPr>
        <p:spPr>
          <a:xfrm>
            <a:off x="6350443" y="1938383"/>
            <a:ext cx="4270800" cy="1677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45713" rotWithShape="0" algn="ctr" dir="5400000" dist="15238">
              <a:srgbClr val="000000">
                <a:alpha val="62745"/>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Clr>
                <a:srgbClr val="000000"/>
              </a:buClr>
              <a:buSzPts val="1119"/>
              <a:buFont typeface="Arial"/>
              <a:buNone/>
            </a:pPr>
            <a:r>
              <a:t/>
            </a:r>
            <a:endParaRPr b="0" i="0" sz="1119" u="none" cap="none" strike="noStrike">
              <a:solidFill>
                <a:srgbClr val="000000"/>
              </a:solidFill>
              <a:latin typeface="Arial"/>
              <a:ea typeface="Arial"/>
              <a:cs typeface="Arial"/>
              <a:sym typeface="Arial"/>
            </a:endParaRPr>
          </a:p>
        </p:txBody>
      </p:sp>
      <p:sp>
        <p:nvSpPr>
          <p:cNvPr id="877" name="Google Shape;877;g37bf3141e71_2_7169"/>
          <p:cNvSpPr txBox="1"/>
          <p:nvPr/>
        </p:nvSpPr>
        <p:spPr>
          <a:xfrm>
            <a:off x="8013093" y="1983800"/>
            <a:ext cx="2608200" cy="1677600"/>
          </a:xfrm>
          <a:prstGeom prst="rect">
            <a:avLst/>
          </a:prstGeom>
          <a:noFill/>
          <a:ln>
            <a:noFill/>
          </a:ln>
        </p:spPr>
        <p:txBody>
          <a:bodyPr anchorCtr="0" anchor="t" bIns="79225" lIns="79225" spcFirstLastPara="1" rIns="79225" wrap="square" tIns="79225">
            <a:noAutofit/>
          </a:bodyPr>
          <a:lstStyle/>
          <a:p>
            <a:pPr indent="0" lvl="0" marL="0" marR="0" rtl="0" algn="l">
              <a:lnSpc>
                <a:spcPct val="90000"/>
              </a:lnSpc>
              <a:spcBef>
                <a:spcPts val="0"/>
              </a:spcBef>
              <a:spcAft>
                <a:spcPts val="0"/>
              </a:spcAft>
              <a:buClr>
                <a:schemeClr val="lt1"/>
              </a:buClr>
              <a:buSzPts val="2080"/>
              <a:buFont typeface="Calibri"/>
              <a:buNone/>
            </a:pPr>
            <a:r>
              <a:t/>
            </a:r>
            <a:endParaRPr b="0" i="0" sz="2079"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2080"/>
              <a:buFont typeface="Calibri"/>
              <a:buNone/>
            </a:pPr>
            <a:r>
              <a:rPr b="0" i="0" lang="es-MX" sz="2079" u="none" cap="none" strike="noStrike">
                <a:solidFill>
                  <a:schemeClr val="lt1"/>
                </a:solidFill>
                <a:latin typeface="Calibri"/>
                <a:ea typeface="Calibri"/>
                <a:cs typeface="Calibri"/>
                <a:sym typeface="Calibri"/>
              </a:rPr>
              <a:t>Joaquín Orellana</a:t>
            </a:r>
            <a:endParaRPr b="0" i="0" sz="2079" u="none" cap="none" strike="noStrike">
              <a:solidFill>
                <a:schemeClr val="lt1"/>
              </a:solidFill>
              <a:latin typeface="Calibri"/>
              <a:ea typeface="Calibri"/>
              <a:cs typeface="Calibri"/>
              <a:sym typeface="Calibri"/>
            </a:endParaRPr>
          </a:p>
          <a:p>
            <a:pPr indent="-182853" lvl="1" marL="182853" marR="0" rtl="0" algn="l">
              <a:lnSpc>
                <a:spcPct val="90000"/>
              </a:lnSpc>
              <a:spcBef>
                <a:spcPts val="728"/>
              </a:spcBef>
              <a:spcAft>
                <a:spcPts val="0"/>
              </a:spcAft>
              <a:buClr>
                <a:schemeClr val="lt1"/>
              </a:buClr>
              <a:buSzPts val="1600"/>
              <a:buFont typeface="Calibri"/>
              <a:buChar char="•"/>
            </a:pPr>
            <a:r>
              <a:rPr b="0" i="0" lang="es-MX" sz="1599" u="none" cap="none" strike="noStrike">
                <a:solidFill>
                  <a:schemeClr val="lt1"/>
                </a:solidFill>
                <a:latin typeface="Calibri"/>
                <a:ea typeface="Calibri"/>
                <a:cs typeface="Calibri"/>
                <a:sym typeface="Calibri"/>
              </a:rPr>
              <a:t>Scrum Master/Team L</a:t>
            </a:r>
            <a:r>
              <a:rPr lang="es-MX" sz="1599">
                <a:solidFill>
                  <a:schemeClr val="lt1"/>
                </a:solidFill>
                <a:latin typeface="Calibri"/>
                <a:ea typeface="Calibri"/>
                <a:cs typeface="Calibri"/>
                <a:sym typeface="Calibri"/>
              </a:rPr>
              <a:t>í</a:t>
            </a:r>
            <a:r>
              <a:rPr b="0" i="0" lang="es-MX" sz="1599" u="none" cap="none" strike="noStrike">
                <a:solidFill>
                  <a:schemeClr val="lt1"/>
                </a:solidFill>
                <a:latin typeface="Calibri"/>
                <a:ea typeface="Calibri"/>
                <a:cs typeface="Calibri"/>
                <a:sym typeface="Calibri"/>
              </a:rPr>
              <a:t>der</a:t>
            </a:r>
            <a:endParaRPr b="0" i="0" sz="1599" u="none" cap="none" strike="noStrike">
              <a:solidFill>
                <a:schemeClr val="lt1"/>
              </a:solidFill>
              <a:latin typeface="Calibri"/>
              <a:ea typeface="Calibri"/>
              <a:cs typeface="Calibri"/>
              <a:sym typeface="Calibri"/>
            </a:endParaRPr>
          </a:p>
          <a:p>
            <a:pPr indent="-182853" lvl="1" marL="182853" marR="0" rtl="0" algn="l">
              <a:lnSpc>
                <a:spcPct val="90000"/>
              </a:lnSpc>
              <a:spcBef>
                <a:spcPts val="240"/>
              </a:spcBef>
              <a:spcAft>
                <a:spcPts val="0"/>
              </a:spcAft>
              <a:buClr>
                <a:schemeClr val="lt1"/>
              </a:buClr>
              <a:buSzPts val="1600"/>
              <a:buFont typeface="Calibri"/>
              <a:buChar char="•"/>
            </a:pPr>
            <a:r>
              <a:rPr lang="es-MX" sz="1599">
                <a:solidFill>
                  <a:schemeClr val="lt1"/>
                </a:solidFill>
                <a:latin typeface="Calibri"/>
                <a:ea typeface="Calibri"/>
                <a:cs typeface="Calibri"/>
                <a:sym typeface="Calibri"/>
              </a:rPr>
              <a:t>Developer</a:t>
            </a:r>
            <a:endParaRPr b="0" i="0" sz="1599" u="none" cap="none" strike="noStrike">
              <a:solidFill>
                <a:schemeClr val="lt1"/>
              </a:solidFill>
              <a:latin typeface="Calibri"/>
              <a:ea typeface="Calibri"/>
              <a:cs typeface="Calibri"/>
              <a:sym typeface="Calibri"/>
            </a:endParaRPr>
          </a:p>
        </p:txBody>
      </p:sp>
      <p:sp>
        <p:nvSpPr>
          <p:cNvPr id="878" name="Google Shape;878;g37bf3141e71_2_7169"/>
          <p:cNvSpPr txBox="1"/>
          <p:nvPr/>
        </p:nvSpPr>
        <p:spPr>
          <a:xfrm>
            <a:off x="3326767" y="4282308"/>
            <a:ext cx="2608200" cy="1677600"/>
          </a:xfrm>
          <a:prstGeom prst="rect">
            <a:avLst/>
          </a:prstGeom>
          <a:noFill/>
          <a:ln>
            <a:noFill/>
          </a:ln>
        </p:spPr>
        <p:txBody>
          <a:bodyPr anchorCtr="0" anchor="t" bIns="79225" lIns="79225" spcFirstLastPara="1" rIns="79225" wrap="square" tIns="79225">
            <a:noAutofit/>
          </a:bodyPr>
          <a:lstStyle/>
          <a:p>
            <a:pPr indent="0" lvl="0" marL="0" marR="0" rtl="0" algn="l">
              <a:lnSpc>
                <a:spcPct val="90000"/>
              </a:lnSpc>
              <a:spcBef>
                <a:spcPts val="0"/>
              </a:spcBef>
              <a:spcAft>
                <a:spcPts val="0"/>
              </a:spcAft>
              <a:buClr>
                <a:schemeClr val="lt1"/>
              </a:buClr>
              <a:buSzPts val="2080"/>
              <a:buFont typeface="Calibri"/>
              <a:buNone/>
            </a:pPr>
            <a:r>
              <a:t/>
            </a:r>
            <a:endParaRPr b="0" i="0" sz="2079"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2080"/>
              <a:buFont typeface="Calibri"/>
              <a:buNone/>
            </a:pPr>
            <a:r>
              <a:rPr b="0" i="0" lang="es-MX" sz="2079" u="none" cap="none" strike="noStrike">
                <a:solidFill>
                  <a:schemeClr val="lt1"/>
                </a:solidFill>
                <a:latin typeface="Calibri"/>
                <a:ea typeface="Calibri"/>
                <a:cs typeface="Calibri"/>
                <a:sym typeface="Calibri"/>
              </a:rPr>
              <a:t>Matias Laborie</a:t>
            </a:r>
            <a:endParaRPr b="0" i="0" sz="2079" u="none" cap="none" strike="noStrike">
              <a:solidFill>
                <a:schemeClr val="lt1"/>
              </a:solidFill>
              <a:latin typeface="Calibri"/>
              <a:ea typeface="Calibri"/>
              <a:cs typeface="Calibri"/>
              <a:sym typeface="Calibri"/>
            </a:endParaRPr>
          </a:p>
          <a:p>
            <a:pPr indent="-182853" lvl="1" marL="182853" marR="0" rtl="0" algn="l">
              <a:lnSpc>
                <a:spcPct val="90000"/>
              </a:lnSpc>
              <a:spcBef>
                <a:spcPts val="728"/>
              </a:spcBef>
              <a:spcAft>
                <a:spcPts val="0"/>
              </a:spcAft>
              <a:buClr>
                <a:schemeClr val="lt1"/>
              </a:buClr>
              <a:buSzPts val="1600"/>
              <a:buFont typeface="Calibri"/>
              <a:buChar char="•"/>
            </a:pPr>
            <a:r>
              <a:rPr b="0" i="0" lang="es-MX" sz="1599" u="none" cap="none" strike="noStrike">
                <a:solidFill>
                  <a:schemeClr val="lt1"/>
                </a:solidFill>
                <a:latin typeface="Calibri"/>
                <a:ea typeface="Calibri"/>
                <a:cs typeface="Calibri"/>
                <a:sym typeface="Calibri"/>
              </a:rPr>
              <a:t>Developer</a:t>
            </a:r>
            <a:endParaRPr b="0" i="0" sz="1599" u="none" cap="none" strike="noStrike">
              <a:solidFill>
                <a:schemeClr val="lt1"/>
              </a:solidFill>
              <a:latin typeface="Calibri"/>
              <a:ea typeface="Calibri"/>
              <a:cs typeface="Calibri"/>
              <a:sym typeface="Calibri"/>
            </a:endParaRPr>
          </a:p>
          <a:p>
            <a:pPr indent="0" lvl="1" marL="0" marR="0" rtl="0" algn="l">
              <a:lnSpc>
                <a:spcPct val="90000"/>
              </a:lnSpc>
              <a:spcBef>
                <a:spcPts val="240"/>
              </a:spcBef>
              <a:spcAft>
                <a:spcPts val="0"/>
              </a:spcAft>
              <a:buNone/>
            </a:pPr>
            <a:r>
              <a:t/>
            </a:r>
            <a:endParaRPr b="0" i="0" sz="1599" u="none" cap="none" strike="noStrike">
              <a:solidFill>
                <a:schemeClr val="lt1"/>
              </a:solidFill>
              <a:latin typeface="Calibri"/>
              <a:ea typeface="Calibri"/>
              <a:cs typeface="Calibri"/>
              <a:sym typeface="Calibri"/>
            </a:endParaRPr>
          </a:p>
        </p:txBody>
      </p:sp>
      <p:sp>
        <p:nvSpPr>
          <p:cNvPr id="879" name="Google Shape;879;g37bf3141e71_2_7169"/>
          <p:cNvSpPr txBox="1"/>
          <p:nvPr/>
        </p:nvSpPr>
        <p:spPr>
          <a:xfrm>
            <a:off x="8013106" y="4259600"/>
            <a:ext cx="2608200" cy="1677600"/>
          </a:xfrm>
          <a:prstGeom prst="rect">
            <a:avLst/>
          </a:prstGeom>
          <a:noFill/>
          <a:ln>
            <a:noFill/>
          </a:ln>
        </p:spPr>
        <p:txBody>
          <a:bodyPr anchorCtr="0" anchor="t" bIns="79225" lIns="79225" spcFirstLastPara="1" rIns="79225" wrap="square" tIns="79225">
            <a:noAutofit/>
          </a:bodyPr>
          <a:lstStyle/>
          <a:p>
            <a:pPr indent="0" lvl="0" marL="0" marR="0" rtl="0" algn="l">
              <a:lnSpc>
                <a:spcPct val="90000"/>
              </a:lnSpc>
              <a:spcBef>
                <a:spcPts val="0"/>
              </a:spcBef>
              <a:spcAft>
                <a:spcPts val="0"/>
              </a:spcAft>
              <a:buClr>
                <a:schemeClr val="lt1"/>
              </a:buClr>
              <a:buSzPts val="2080"/>
              <a:buFont typeface="Calibri"/>
              <a:buNone/>
            </a:pPr>
            <a:r>
              <a:t/>
            </a:r>
            <a:endParaRPr b="0" i="0" sz="2079"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79"/>
              <a:buFont typeface="Arial"/>
              <a:buNone/>
            </a:pPr>
            <a:r>
              <a:rPr b="0" i="0" lang="es-MX" sz="2079" u="none" cap="none" strike="noStrike">
                <a:solidFill>
                  <a:schemeClr val="lt1"/>
                </a:solidFill>
                <a:latin typeface="Calibri"/>
                <a:ea typeface="Calibri"/>
                <a:cs typeface="Calibri"/>
                <a:sym typeface="Calibri"/>
              </a:rPr>
              <a:t>Roberto Pérez</a:t>
            </a:r>
            <a:endParaRPr b="0" i="0" sz="2079" u="none" cap="none" strike="noStrike">
              <a:solidFill>
                <a:schemeClr val="lt1"/>
              </a:solidFill>
              <a:latin typeface="Calibri"/>
              <a:ea typeface="Calibri"/>
              <a:cs typeface="Calibri"/>
              <a:sym typeface="Calibri"/>
            </a:endParaRPr>
          </a:p>
          <a:p>
            <a:pPr indent="-182853" lvl="1" marL="182853" marR="0" rtl="0" algn="l">
              <a:lnSpc>
                <a:spcPct val="90000"/>
              </a:lnSpc>
              <a:spcBef>
                <a:spcPts val="728"/>
              </a:spcBef>
              <a:spcAft>
                <a:spcPts val="0"/>
              </a:spcAft>
              <a:buClr>
                <a:schemeClr val="lt1"/>
              </a:buClr>
              <a:buSzPts val="1600"/>
              <a:buFont typeface="Calibri"/>
              <a:buChar char="•"/>
            </a:pPr>
            <a:r>
              <a:rPr b="0" i="0" lang="es-MX" sz="1599" u="none" cap="none" strike="noStrike">
                <a:solidFill>
                  <a:schemeClr val="lt1"/>
                </a:solidFill>
                <a:latin typeface="Calibri"/>
                <a:ea typeface="Calibri"/>
                <a:cs typeface="Calibri"/>
                <a:sym typeface="Calibri"/>
              </a:rPr>
              <a:t>Developer</a:t>
            </a:r>
            <a:endParaRPr b="0" i="0" sz="1599" u="none" cap="none" strike="noStrike">
              <a:solidFill>
                <a:schemeClr val="lt1"/>
              </a:solidFill>
              <a:latin typeface="Calibri"/>
              <a:ea typeface="Calibri"/>
              <a:cs typeface="Calibri"/>
              <a:sym typeface="Calibri"/>
            </a:endParaRPr>
          </a:p>
        </p:txBody>
      </p:sp>
      <p:pic>
        <p:nvPicPr>
          <p:cNvPr id="880" name="Google Shape;880;g37bf3141e71_2_7169"/>
          <p:cNvPicPr preferRelativeResize="0"/>
          <p:nvPr/>
        </p:nvPicPr>
        <p:blipFill rotWithShape="1">
          <a:blip r:embed="rId4">
            <a:alphaModFix/>
          </a:blip>
          <a:srcRect b="0" l="0" r="0" t="0"/>
          <a:stretch/>
        </p:blipFill>
        <p:spPr>
          <a:xfrm>
            <a:off x="6549627" y="2072821"/>
            <a:ext cx="1408151" cy="1409649"/>
          </a:xfrm>
          <a:prstGeom prst="rect">
            <a:avLst/>
          </a:prstGeom>
          <a:noFill/>
          <a:ln>
            <a:noFill/>
          </a:ln>
        </p:spPr>
      </p:pic>
      <p:pic>
        <p:nvPicPr>
          <p:cNvPr id="881" name="Google Shape;881;g37bf3141e71_2_7169"/>
          <p:cNvPicPr preferRelativeResize="0"/>
          <p:nvPr/>
        </p:nvPicPr>
        <p:blipFill rotWithShape="1">
          <a:blip r:embed="rId5">
            <a:alphaModFix/>
          </a:blip>
          <a:srcRect b="0" l="0" r="0" t="0"/>
          <a:stretch/>
        </p:blipFill>
        <p:spPr>
          <a:xfrm>
            <a:off x="1831025" y="2073588"/>
            <a:ext cx="1408149" cy="1408100"/>
          </a:xfrm>
          <a:prstGeom prst="rect">
            <a:avLst/>
          </a:prstGeom>
          <a:noFill/>
          <a:ln>
            <a:noFill/>
          </a:ln>
        </p:spPr>
      </p:pic>
      <p:pic>
        <p:nvPicPr>
          <p:cNvPr id="882" name="Google Shape;882;g37bf3141e71_2_7169"/>
          <p:cNvPicPr preferRelativeResize="0"/>
          <p:nvPr/>
        </p:nvPicPr>
        <p:blipFill rotWithShape="1">
          <a:blip r:embed="rId6">
            <a:alphaModFix/>
          </a:blip>
          <a:srcRect b="0" l="0" r="0" t="0"/>
          <a:stretch/>
        </p:blipFill>
        <p:spPr>
          <a:xfrm>
            <a:off x="1831025" y="4417019"/>
            <a:ext cx="1408150" cy="1408150"/>
          </a:xfrm>
          <a:prstGeom prst="rect">
            <a:avLst/>
          </a:prstGeom>
          <a:noFill/>
          <a:ln>
            <a:noFill/>
          </a:ln>
        </p:spPr>
      </p:pic>
      <p:pic>
        <p:nvPicPr>
          <p:cNvPr id="883" name="Google Shape;883;g37bf3141e71_2_7169"/>
          <p:cNvPicPr preferRelativeResize="0"/>
          <p:nvPr/>
        </p:nvPicPr>
        <p:blipFill rotWithShape="1">
          <a:blip r:embed="rId7">
            <a:alphaModFix/>
          </a:blip>
          <a:srcRect b="0" l="0" r="0" t="0"/>
          <a:stretch/>
        </p:blipFill>
        <p:spPr>
          <a:xfrm>
            <a:off x="6549600" y="4394025"/>
            <a:ext cx="1477275" cy="1477275"/>
          </a:xfrm>
          <a:prstGeom prst="rect">
            <a:avLst/>
          </a:prstGeom>
          <a:noFill/>
          <a:ln>
            <a:noFill/>
          </a:ln>
        </p:spPr>
      </p:pic>
      <p:pic>
        <p:nvPicPr>
          <p:cNvPr id="884" name="Google Shape;884;g37bf3141e71_2_7169"/>
          <p:cNvPicPr preferRelativeResize="0"/>
          <p:nvPr/>
        </p:nvPicPr>
        <p:blipFill rotWithShape="1">
          <a:blip r:embed="rId8">
            <a:alphaModFix/>
          </a:blip>
          <a:srcRect b="0" l="0" r="0" t="0"/>
          <a:stretch/>
        </p:blipFill>
        <p:spPr>
          <a:xfrm>
            <a:off x="6584164" y="4417024"/>
            <a:ext cx="1408150" cy="140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g37bf3141e71_2_1801"/>
          <p:cNvSpPr txBox="1"/>
          <p:nvPr>
            <p:ph type="title"/>
          </p:nvPr>
        </p:nvSpPr>
        <p:spPr>
          <a:xfrm>
            <a:off x="963168" y="719333"/>
            <a:ext cx="10278000" cy="1200600"/>
          </a:xfrm>
          <a:prstGeom prst="rect">
            <a:avLst/>
          </a:prstGeom>
          <a:no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rgbClr val="000000"/>
              </a:buClr>
              <a:buSzPts val="4000"/>
              <a:buFont typeface="Arial"/>
              <a:buNone/>
            </a:pPr>
            <a:r>
              <a:rPr lang="es-MX" sz="3600">
                <a:latin typeface="Calibri"/>
                <a:ea typeface="Calibri"/>
                <a:cs typeface="Calibri"/>
                <a:sym typeface="Calibri"/>
              </a:rPr>
              <a:t>DESCRIPCIÓN DEL PROYECTO</a:t>
            </a:r>
            <a:endParaRPr sz="3600">
              <a:latin typeface="Calibri"/>
              <a:ea typeface="Calibri"/>
              <a:cs typeface="Calibri"/>
              <a:sym typeface="Calibri"/>
            </a:endParaRPr>
          </a:p>
          <a:p>
            <a:pPr indent="0" lvl="0" marL="0" rtl="0" algn="ctr">
              <a:lnSpc>
                <a:spcPct val="100000"/>
              </a:lnSpc>
              <a:spcBef>
                <a:spcPts val="0"/>
              </a:spcBef>
              <a:spcAft>
                <a:spcPts val="0"/>
              </a:spcAft>
              <a:buClr>
                <a:srgbClr val="000000"/>
              </a:buClr>
              <a:buSzPts val="4000"/>
              <a:buFont typeface="Arial"/>
              <a:buNone/>
            </a:pPr>
            <a:r>
              <a:t/>
            </a:r>
            <a:endParaRPr sz="3600">
              <a:latin typeface="Calibri"/>
              <a:ea typeface="Calibri"/>
              <a:cs typeface="Calibri"/>
              <a:sym typeface="Calibri"/>
            </a:endParaRPr>
          </a:p>
        </p:txBody>
      </p:sp>
      <p:sp>
        <p:nvSpPr>
          <p:cNvPr id="890" name="Google Shape;890;g37bf3141e71_2_1801"/>
          <p:cNvSpPr/>
          <p:nvPr/>
        </p:nvSpPr>
        <p:spPr>
          <a:xfrm>
            <a:off x="783026" y="1676685"/>
            <a:ext cx="4348800" cy="45549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MX" sz="2800" cap="none" strike="noStrike">
                <a:solidFill>
                  <a:schemeClr val="dk1"/>
                </a:solidFill>
                <a:latin typeface="Calibri"/>
                <a:ea typeface="Calibri"/>
                <a:cs typeface="Calibri"/>
                <a:sym typeface="Calibri"/>
              </a:rPr>
              <a:t>Problema o dolor</a:t>
            </a:r>
            <a:endParaRPr b="1" i="0" sz="1800" cap="none" strike="noStrike">
              <a:solidFill>
                <a:srgbClr val="000000"/>
              </a:solidFil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chemeClr val="dk1"/>
              </a:solidFill>
              <a:latin typeface="Calibri"/>
              <a:ea typeface="Calibri"/>
              <a:cs typeface="Calibri"/>
              <a:sym typeface="Calibri"/>
            </a:endParaRPr>
          </a:p>
          <a:p>
            <a:pPr indent="-342900" lvl="0" marL="457200" marR="0" rtl="0" algn="just">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Las reglas pueden ser confusas al inicio y la curva de aprendizaje es lenta.</a:t>
            </a:r>
            <a:endParaRPr b="0" i="0" sz="1800" u="none" cap="none" strike="noStrike">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Las partidas pueden volverse difíciles de seguir para quienes observan desde fuera, lo que reduce el interés y la comprensión del público.</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El formato físico limita la experiencia visual.</a:t>
            </a:r>
            <a:endParaRPr b="0" i="0" sz="1800" u="none" cap="none" strike="noStrike">
              <a:solidFill>
                <a:schemeClr val="dk1"/>
              </a:solidFill>
              <a:latin typeface="Calibri"/>
              <a:ea typeface="Calibri"/>
              <a:cs typeface="Calibri"/>
              <a:sym typeface="Calibri"/>
            </a:endParaRPr>
          </a:p>
        </p:txBody>
      </p:sp>
      <p:sp>
        <p:nvSpPr>
          <p:cNvPr id="891" name="Google Shape;891;g37bf3141e71_2_1801"/>
          <p:cNvSpPr/>
          <p:nvPr/>
        </p:nvSpPr>
        <p:spPr>
          <a:xfrm>
            <a:off x="6866650" y="1676674"/>
            <a:ext cx="4348800" cy="49599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MX" sz="2800" cap="none" strike="noStrike">
                <a:solidFill>
                  <a:schemeClr val="dk1"/>
                </a:solidFill>
                <a:latin typeface="Calibri"/>
                <a:ea typeface="Calibri"/>
                <a:cs typeface="Calibri"/>
                <a:sym typeface="Calibri"/>
              </a:rPr>
              <a:t>Propuesta de solución</a:t>
            </a:r>
            <a:endParaRPr b="1" i="0" sz="1800" cap="none" strike="noStrike">
              <a:solidFill>
                <a:srgbClr val="000000"/>
              </a:solidFil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Desarrollar una aplicación móvil de realidad aumentada que:</a:t>
            </a:r>
            <a:endParaRPr b="0" i="0" sz="1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342900" lvl="0" marL="457200" marR="0" rtl="0" algn="just">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Convierta las cartas en modelos 3D animados, con personalidad propia.</a:t>
            </a:r>
            <a:endParaRPr b="0" i="0" sz="1800" u="none" cap="none" strike="noStrike">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457200" marR="0" rtl="0" algn="just">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Genere interacciones entre las animaciones, mostrando en vivo las jugadas, ataques y defensas.</a:t>
            </a:r>
            <a:endParaRPr b="0" i="0" sz="1800" u="none" cap="none" strike="noStrike">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457200" marR="0" rtl="0" algn="just">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Programe acciones vinculadas a las cartas, para que al jugarse desencadenan animaciones claras y atractivas.</a:t>
            </a:r>
            <a:endParaRPr b="0" i="0" sz="1800" u="none" cap="none" strike="noStrike">
              <a:solidFill>
                <a:schemeClr val="dk1"/>
              </a:solidFill>
              <a:latin typeface="Calibri"/>
              <a:ea typeface="Calibri"/>
              <a:cs typeface="Calibri"/>
              <a:sym typeface="Calibri"/>
            </a:endParaRPr>
          </a:p>
        </p:txBody>
      </p:sp>
      <p:sp>
        <p:nvSpPr>
          <p:cNvPr id="892" name="Google Shape;892;g37bf3141e71_2_1801"/>
          <p:cNvSpPr/>
          <p:nvPr/>
        </p:nvSpPr>
        <p:spPr>
          <a:xfrm>
            <a:off x="5468257" y="3497818"/>
            <a:ext cx="1140600" cy="757200"/>
          </a:xfrm>
          <a:prstGeom prst="rightArrow">
            <a:avLst>
              <a:gd fmla="val 50000" name="adj1"/>
              <a:gd fmla="val 50000" name="adj2"/>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3" name="Google Shape;893;g37bf3141e71_2_1801"/>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894" name="Google Shape;894;g37bf3141e71_2_1801"/>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7bf3141e71_2_11649"/>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00" name="Google Shape;900;g37bf3141e71_2_11649"/>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901" name="Google Shape;901;g37bf3141e71_2_11649"/>
          <p:cNvSpPr txBox="1"/>
          <p:nvPr>
            <p:ph idx="4294967295" type="subTitle"/>
          </p:nvPr>
        </p:nvSpPr>
        <p:spPr>
          <a:xfrm>
            <a:off x="1388260" y="3081590"/>
            <a:ext cx="9415500" cy="554100"/>
          </a:xfrm>
          <a:prstGeom prst="rect">
            <a:avLst/>
          </a:prstGeom>
          <a:noFill/>
          <a:ln>
            <a:noFill/>
          </a:ln>
        </p:spPr>
        <p:txBody>
          <a:bodyPr anchorCtr="0" anchor="t" bIns="45700" lIns="91425" spcFirstLastPara="1" rIns="91425" wrap="square" tIns="45700">
            <a:spAutoFit/>
          </a:bodyPr>
          <a:lstStyle/>
          <a:p>
            <a:pPr indent="-330200" lvl="0" marL="457200" marR="0" rtl="0" algn="ctr">
              <a:lnSpc>
                <a:spcPct val="100000"/>
              </a:lnSpc>
              <a:spcBef>
                <a:spcPts val="0"/>
              </a:spcBef>
              <a:spcAft>
                <a:spcPts val="0"/>
              </a:spcAft>
              <a:buClr>
                <a:srgbClr val="000000"/>
              </a:buClr>
              <a:buSzPts val="4000"/>
              <a:buFont typeface="Amiko"/>
              <a:buNone/>
            </a:pPr>
            <a:r>
              <a:rPr b="1" lang="es-MX" sz="3000">
                <a:latin typeface="Calibri"/>
                <a:ea typeface="Calibri"/>
                <a:cs typeface="Calibri"/>
                <a:sym typeface="Calibri"/>
              </a:rPr>
              <a:t>OBJETIVOS ESPECÍFICOS</a:t>
            </a:r>
            <a:endParaRPr b="1" i="0" sz="3000" u="none" cap="none" strike="noStrike">
              <a:solidFill>
                <a:schemeClr val="dk1"/>
              </a:solidFill>
              <a:latin typeface="Calibri"/>
              <a:ea typeface="Calibri"/>
              <a:cs typeface="Calibri"/>
              <a:sym typeface="Calibri"/>
            </a:endParaRPr>
          </a:p>
        </p:txBody>
      </p:sp>
      <p:sp>
        <p:nvSpPr>
          <p:cNvPr id="902" name="Google Shape;902;g37bf3141e71_2_11649"/>
          <p:cNvSpPr txBox="1"/>
          <p:nvPr>
            <p:ph idx="4294967295" type="subTitle"/>
          </p:nvPr>
        </p:nvSpPr>
        <p:spPr>
          <a:xfrm>
            <a:off x="3088725" y="3899928"/>
            <a:ext cx="9415500" cy="1968600"/>
          </a:xfrm>
          <a:prstGeom prst="rect">
            <a:avLst/>
          </a:prstGeom>
          <a:noFill/>
          <a:ln>
            <a:noFill/>
          </a:ln>
        </p:spPr>
        <p:txBody>
          <a:bodyPr anchorCtr="0" anchor="ctr" bIns="121900" lIns="121900" spcFirstLastPara="1" rIns="121900" wrap="square" tIns="121900">
            <a:noAutofit/>
          </a:bodyPr>
          <a:lstStyle/>
          <a:p>
            <a:pPr indent="-342900" lvl="0" marL="457200" rtl="0" algn="l">
              <a:spcBef>
                <a:spcPts val="0"/>
              </a:spcBef>
              <a:spcAft>
                <a:spcPts val="0"/>
              </a:spcAft>
              <a:buSzPts val="1800"/>
              <a:buFont typeface="Calibri"/>
              <a:buChar char="●"/>
            </a:pPr>
            <a:r>
              <a:rPr lang="es-MX" sz="1800">
                <a:latin typeface="Calibri"/>
                <a:ea typeface="Calibri"/>
                <a:cs typeface="Calibri"/>
                <a:sym typeface="Calibri"/>
              </a:rPr>
              <a:t>Facilitar el aprendizaje inicial y la comprensión del juego.</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s-MX" sz="1800">
                <a:latin typeface="Calibri"/>
                <a:ea typeface="Calibri"/>
                <a:cs typeface="Calibri"/>
                <a:sym typeface="Calibri"/>
              </a:rPr>
              <a:t>Mejorar la visualización y entendimiento de las partidas.</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s-MX" sz="1800">
                <a:latin typeface="Calibri"/>
                <a:ea typeface="Calibri"/>
                <a:cs typeface="Calibri"/>
                <a:sym typeface="Calibri"/>
              </a:rPr>
              <a:t>Aumentar la inmersión y motivación de los jugadores.</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s-MX" sz="1800">
                <a:latin typeface="Calibri"/>
                <a:ea typeface="Calibri"/>
                <a:cs typeface="Calibri"/>
                <a:sym typeface="Calibri"/>
              </a:rPr>
              <a:t>Potenciar el desarrollo de habilidades estratégicas.</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s-MX" sz="1800">
                <a:latin typeface="Calibri"/>
                <a:ea typeface="Calibri"/>
                <a:cs typeface="Calibri"/>
                <a:sym typeface="Calibri"/>
              </a:rPr>
              <a:t>Fomentar la participación y fidelización de la comunidad.</a:t>
            </a:r>
            <a:endParaRPr sz="18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miko"/>
              <a:buNone/>
            </a:pPr>
            <a:r>
              <a:t/>
            </a:r>
            <a:endParaRPr sz="1800">
              <a:latin typeface="Calibri"/>
              <a:ea typeface="Calibri"/>
              <a:cs typeface="Calibri"/>
              <a:sym typeface="Calibri"/>
            </a:endParaRPr>
          </a:p>
        </p:txBody>
      </p:sp>
      <p:sp>
        <p:nvSpPr>
          <p:cNvPr id="903" name="Google Shape;903;g37bf3141e71_2_11649"/>
          <p:cNvSpPr txBox="1"/>
          <p:nvPr>
            <p:ph idx="4294967295" type="subTitle"/>
          </p:nvPr>
        </p:nvSpPr>
        <p:spPr>
          <a:xfrm>
            <a:off x="1388250" y="1579592"/>
            <a:ext cx="9415500" cy="15909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600"/>
              <a:buFont typeface="Arial"/>
              <a:buNone/>
            </a:pPr>
            <a:r>
              <a:rPr lang="es-MX" sz="1800">
                <a:latin typeface="Calibri"/>
                <a:ea typeface="Calibri"/>
                <a:cs typeface="Calibri"/>
                <a:sym typeface="Calibri"/>
              </a:rPr>
              <a:t>Superar las dificultades de comprensión y mejorar la experiencia de juego de los jugadores, especialmente principiantes, a través de una propuesta interactiva que facilite el aprendizaje y haga las partidas más claras y atractivas.</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miko"/>
              <a:buNone/>
            </a:pPr>
            <a:r>
              <a:t/>
            </a:r>
            <a:endParaRPr i="0" sz="1800" u="none" cap="none" strike="noStrike">
              <a:solidFill>
                <a:schemeClr val="dk1"/>
              </a:solidFill>
              <a:latin typeface="Calibri"/>
              <a:ea typeface="Calibri"/>
              <a:cs typeface="Calibri"/>
              <a:sym typeface="Calibri"/>
            </a:endParaRPr>
          </a:p>
        </p:txBody>
      </p:sp>
      <p:sp>
        <p:nvSpPr>
          <p:cNvPr id="904" name="Google Shape;904;g37bf3141e71_2_11649"/>
          <p:cNvSpPr txBox="1"/>
          <p:nvPr>
            <p:ph idx="4294967295" type="subTitle"/>
          </p:nvPr>
        </p:nvSpPr>
        <p:spPr>
          <a:xfrm>
            <a:off x="1388220" y="782958"/>
            <a:ext cx="9415500" cy="646500"/>
          </a:xfrm>
          <a:prstGeom prst="rect">
            <a:avLst/>
          </a:prstGeom>
          <a:noFill/>
          <a:ln>
            <a:noFill/>
          </a:ln>
        </p:spPr>
        <p:txBody>
          <a:bodyPr anchorCtr="0" anchor="t" bIns="45700" lIns="91425" spcFirstLastPara="1" rIns="91425" wrap="square" tIns="45700">
            <a:spAutoFit/>
          </a:bodyPr>
          <a:lstStyle/>
          <a:p>
            <a:pPr indent="-330200" lvl="0" marL="457200" marR="0" rtl="0" algn="ctr">
              <a:lnSpc>
                <a:spcPct val="100000"/>
              </a:lnSpc>
              <a:spcBef>
                <a:spcPts val="0"/>
              </a:spcBef>
              <a:spcAft>
                <a:spcPts val="0"/>
              </a:spcAft>
              <a:buClr>
                <a:srgbClr val="000000"/>
              </a:buClr>
              <a:buSzPts val="4000"/>
              <a:buFont typeface="Amiko"/>
              <a:buNone/>
            </a:pPr>
            <a:r>
              <a:rPr b="1" lang="es-MX" sz="3600">
                <a:latin typeface="Calibri"/>
                <a:ea typeface="Calibri"/>
                <a:cs typeface="Calibri"/>
                <a:sym typeface="Calibri"/>
              </a:rPr>
              <a:t>OBJETIVO GENERAL</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g37bf3141e71_2_11640"/>
          <p:cNvSpPr txBox="1"/>
          <p:nvPr>
            <p:ph type="title"/>
          </p:nvPr>
        </p:nvSpPr>
        <p:spPr>
          <a:xfrm>
            <a:off x="957000" y="662554"/>
            <a:ext cx="10278000" cy="1477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4000"/>
              <a:buFont typeface="Amiko"/>
              <a:buNone/>
            </a:pPr>
            <a:r>
              <a:rPr lang="es-MX" sz="3000">
                <a:latin typeface="Calibri"/>
                <a:ea typeface="Calibri"/>
                <a:cs typeface="Calibri"/>
                <a:sym typeface="Calibri"/>
              </a:rPr>
              <a:t>ALCANCE Y LIMITACIONES DEL PROYECTO</a:t>
            </a:r>
            <a:endParaRPr sz="3000">
              <a:latin typeface="Calibri"/>
              <a:ea typeface="Calibri"/>
              <a:cs typeface="Calibri"/>
              <a:sym typeface="Calibri"/>
            </a:endParaRPr>
          </a:p>
          <a:p>
            <a:pPr indent="-330200" lvl="0" marL="457200" rtl="0" algn="ctr">
              <a:lnSpc>
                <a:spcPct val="100000"/>
              </a:lnSpc>
              <a:spcBef>
                <a:spcPts val="0"/>
              </a:spcBef>
              <a:spcAft>
                <a:spcPts val="0"/>
              </a:spcAft>
              <a:buClr>
                <a:srgbClr val="000000"/>
              </a:buClr>
              <a:buSzPts val="4000"/>
              <a:buFont typeface="Amiko"/>
              <a:buNone/>
            </a:pPr>
            <a:r>
              <a:t/>
            </a:r>
            <a:endParaRPr sz="3000">
              <a:latin typeface="Calibri"/>
              <a:ea typeface="Calibri"/>
              <a:cs typeface="Calibri"/>
              <a:sym typeface="Calibri"/>
            </a:endParaRPr>
          </a:p>
        </p:txBody>
      </p:sp>
      <p:sp>
        <p:nvSpPr>
          <p:cNvPr id="910" name="Google Shape;910;g37bf3141e71_2_11640"/>
          <p:cNvSpPr/>
          <p:nvPr/>
        </p:nvSpPr>
        <p:spPr>
          <a:xfrm>
            <a:off x="957000" y="1665325"/>
            <a:ext cx="10278000" cy="35352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342900" lvl="0" marL="457200" rtl="0" algn="l">
              <a:spcBef>
                <a:spcPts val="0"/>
              </a:spcBef>
              <a:spcAft>
                <a:spcPts val="0"/>
              </a:spcAft>
              <a:buClr>
                <a:schemeClr val="dk1"/>
              </a:buClr>
              <a:buSzPts val="1800"/>
              <a:buFont typeface="Calibri"/>
              <a:buChar char="●"/>
            </a:pPr>
            <a:r>
              <a:rPr lang="es-MX" sz="1800">
                <a:solidFill>
                  <a:schemeClr val="dk1"/>
                </a:solidFill>
                <a:latin typeface="Calibri"/>
                <a:ea typeface="Calibri"/>
                <a:cs typeface="Calibri"/>
                <a:sym typeface="Calibri"/>
              </a:rPr>
              <a:t>Se desarrollará una app móvil con tecnología de realidad aumentada para mostrar en 3D al menos cuatro cartas del juego Tartapies.</a:t>
            </a:r>
            <a:br>
              <a:rPr lang="es-MX"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MX" sz="1800">
                <a:solidFill>
                  <a:schemeClr val="dk1"/>
                </a:solidFill>
                <a:latin typeface="Calibri"/>
                <a:ea typeface="Calibri"/>
                <a:cs typeface="Calibri"/>
                <a:sym typeface="Calibri"/>
              </a:rPr>
              <a:t>Los modelos 3D tendrán animaciones que muestren distintas posturas, movimientos característicos e interacciones entre personajes.</a:t>
            </a:r>
            <a:br>
              <a:rPr lang="es-MX"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MX" sz="1800">
                <a:solidFill>
                  <a:schemeClr val="dk1"/>
                </a:solidFill>
                <a:latin typeface="Calibri"/>
                <a:ea typeface="Calibri"/>
                <a:cs typeface="Calibri"/>
                <a:sym typeface="Calibri"/>
              </a:rPr>
              <a:t>Los personajes y objetos se representarán fielmente, manteniendo la estética y funcionalidad del juego.</a:t>
            </a:r>
            <a:br>
              <a:rPr lang="es-MX"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MX" sz="1800">
                <a:solidFill>
                  <a:schemeClr val="dk1"/>
                </a:solidFill>
                <a:latin typeface="Calibri"/>
                <a:ea typeface="Calibri"/>
                <a:cs typeface="Calibri"/>
                <a:sym typeface="Calibri"/>
              </a:rPr>
              <a:t>La app mantendrá la temática visual original y mostrará correctamente los modelos 3D en el entorno de realidad aumentada.</a:t>
            </a:r>
            <a:endParaRPr sz="1800">
              <a:solidFill>
                <a:schemeClr val="dk1"/>
              </a:solidFill>
              <a:latin typeface="Calibri"/>
              <a:ea typeface="Calibri"/>
              <a:cs typeface="Calibri"/>
              <a:sym typeface="Calibri"/>
            </a:endParaRPr>
          </a:p>
        </p:txBody>
      </p:sp>
      <p:sp>
        <p:nvSpPr>
          <p:cNvPr id="911" name="Google Shape;911;g37bf3141e71_2_11640"/>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12" name="Google Shape;912;g37bf3141e71_2_11640"/>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7bf3141e71_2_5352"/>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18" name="Google Shape;918;g37bf3141e71_2_5352"/>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919" name="Google Shape;919;g37bf3141e71_2_5352"/>
          <p:cNvSpPr txBox="1"/>
          <p:nvPr>
            <p:ph type="title"/>
          </p:nvPr>
        </p:nvSpPr>
        <p:spPr>
          <a:xfrm>
            <a:off x="467600" y="844500"/>
            <a:ext cx="11343300" cy="1015800"/>
          </a:xfrm>
          <a:prstGeom prst="rect">
            <a:avLst/>
          </a:prstGeom>
          <a:noFill/>
          <a:ln>
            <a:noFill/>
          </a:ln>
        </p:spPr>
        <p:txBody>
          <a:bodyPr anchorCtr="0" anchor="t" bIns="45700" lIns="91425" spcFirstLastPara="1" rIns="91425" wrap="square" tIns="45700">
            <a:spAutoFit/>
          </a:bodyPr>
          <a:lstStyle/>
          <a:p>
            <a:pPr indent="-330200" lvl="0" marL="457200" rtl="0" algn="ctr">
              <a:lnSpc>
                <a:spcPct val="100000"/>
              </a:lnSpc>
              <a:spcBef>
                <a:spcPts val="0"/>
              </a:spcBef>
              <a:spcAft>
                <a:spcPts val="0"/>
              </a:spcAft>
              <a:buClr>
                <a:srgbClr val="000000"/>
              </a:buClr>
              <a:buSzPts val="4000"/>
              <a:buFont typeface="Amiko"/>
              <a:buNone/>
            </a:pPr>
            <a:r>
              <a:rPr lang="es-MX" sz="3000">
                <a:latin typeface="Calibri"/>
                <a:ea typeface="Calibri"/>
                <a:cs typeface="Calibri"/>
                <a:sym typeface="Calibri"/>
              </a:rPr>
              <a:t>METODOLOGÍA DE TRABAJO PARA EL DESARROLLO DEL PROYECTO</a:t>
            </a:r>
            <a:endParaRPr sz="3000">
              <a:latin typeface="Calibri"/>
              <a:ea typeface="Calibri"/>
              <a:cs typeface="Calibri"/>
              <a:sym typeface="Calibri"/>
            </a:endParaRPr>
          </a:p>
          <a:p>
            <a:pPr indent="-330200" lvl="0" marL="457200" rtl="0" algn="ctr">
              <a:lnSpc>
                <a:spcPct val="100000"/>
              </a:lnSpc>
              <a:spcBef>
                <a:spcPts val="0"/>
              </a:spcBef>
              <a:spcAft>
                <a:spcPts val="0"/>
              </a:spcAft>
              <a:buClr>
                <a:srgbClr val="000000"/>
              </a:buClr>
              <a:buSzPts val="4000"/>
              <a:buFont typeface="Amiko"/>
              <a:buNone/>
            </a:pPr>
            <a:r>
              <a:t/>
            </a:r>
            <a:endParaRPr sz="3000">
              <a:latin typeface="Calibri"/>
              <a:ea typeface="Calibri"/>
              <a:cs typeface="Calibri"/>
              <a:sym typeface="Calibri"/>
            </a:endParaRPr>
          </a:p>
        </p:txBody>
      </p:sp>
      <p:sp>
        <p:nvSpPr>
          <p:cNvPr id="920" name="Google Shape;920;g37bf3141e71_2_5352"/>
          <p:cNvSpPr txBox="1"/>
          <p:nvPr/>
        </p:nvSpPr>
        <p:spPr>
          <a:xfrm>
            <a:off x="2414900" y="844500"/>
            <a:ext cx="7550400" cy="1423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s-MX" sz="1800">
                <a:highlight>
                  <a:schemeClr val="accent4"/>
                </a:highlight>
                <a:latin typeface="Calibri"/>
                <a:ea typeface="Calibri"/>
                <a:cs typeface="Calibri"/>
                <a:sym typeface="Calibri"/>
              </a:rPr>
              <a:t>Utilización</a:t>
            </a:r>
            <a:r>
              <a:rPr lang="es-MX" sz="1800">
                <a:highlight>
                  <a:schemeClr val="accent4"/>
                </a:highlight>
                <a:latin typeface="Calibri"/>
                <a:ea typeface="Calibri"/>
                <a:cs typeface="Calibri"/>
                <a:sym typeface="Calibri"/>
              </a:rPr>
              <a:t> de Scrum con Marco de Tareas en </a:t>
            </a:r>
            <a:r>
              <a:rPr lang="es-MX" sz="1800">
                <a:highlight>
                  <a:schemeClr val="accent4"/>
                </a:highlight>
                <a:latin typeface="Calibri"/>
                <a:ea typeface="Calibri"/>
                <a:cs typeface="Calibri"/>
                <a:sym typeface="Calibri"/>
              </a:rPr>
              <a:t>Manipulación</a:t>
            </a:r>
            <a:r>
              <a:rPr lang="es-MX" sz="1800">
                <a:highlight>
                  <a:schemeClr val="accent4"/>
                </a:highlight>
                <a:latin typeface="Calibri"/>
                <a:ea typeface="Calibri"/>
                <a:cs typeface="Calibri"/>
                <a:sym typeface="Calibri"/>
              </a:rPr>
              <a:t> 3D</a:t>
            </a:r>
            <a:endParaRPr b="0" i="0" sz="1800" u="none" cap="none" strike="noStrike">
              <a:solidFill>
                <a:srgbClr val="000000"/>
              </a:solidFill>
              <a:highlight>
                <a:schemeClr val="accent4"/>
              </a:highlight>
              <a:latin typeface="Calibri"/>
              <a:ea typeface="Calibri"/>
              <a:cs typeface="Calibri"/>
              <a:sym typeface="Calibri"/>
            </a:endParaRPr>
          </a:p>
        </p:txBody>
      </p:sp>
      <p:sp>
        <p:nvSpPr>
          <p:cNvPr id="921" name="Google Shape;921;g37bf3141e71_2_5352"/>
          <p:cNvSpPr txBox="1"/>
          <p:nvPr/>
        </p:nvSpPr>
        <p:spPr>
          <a:xfrm>
            <a:off x="792600" y="1860300"/>
            <a:ext cx="10606800" cy="427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s-MX" sz="1800">
                <a:solidFill>
                  <a:schemeClr val="dk1"/>
                </a:solidFill>
                <a:latin typeface="Calibri"/>
                <a:ea typeface="Calibri"/>
                <a:cs typeface="Calibri"/>
                <a:sym typeface="Calibri"/>
              </a:rPr>
              <a:t>El marco de trabajo se centra en la interacción del usuario con objetos 3D en un entorno de Realidad Aumentada, clasificando las tareas esenciales que permiten ejecutar acciones dentro del espacio virtual de manera intuitiva y eficiente:</a:t>
            </a:r>
            <a:endParaRPr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Char char="●"/>
            </a:pPr>
            <a:r>
              <a:rPr b="1" lang="es-MX" sz="1800">
                <a:solidFill>
                  <a:schemeClr val="dk1"/>
                </a:solidFill>
                <a:latin typeface="Calibri"/>
                <a:ea typeface="Calibri"/>
                <a:cs typeface="Calibri"/>
                <a:sym typeface="Calibri"/>
              </a:rPr>
              <a:t>Selección:</a:t>
            </a:r>
            <a:r>
              <a:rPr lang="es-MX" sz="1800">
                <a:solidFill>
                  <a:schemeClr val="dk1"/>
                </a:solidFill>
                <a:latin typeface="Calibri"/>
                <a:ea typeface="Calibri"/>
                <a:cs typeface="Calibri"/>
                <a:sym typeface="Calibri"/>
              </a:rPr>
              <a:t> Determinar la forma en que el usuario apunta y selecciona un objeto virtual dentro del entorno real para poder manipularlo.</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s-MX" sz="1800">
                <a:solidFill>
                  <a:schemeClr val="dk1"/>
                </a:solidFill>
                <a:latin typeface="Calibri"/>
                <a:ea typeface="Calibri"/>
                <a:cs typeface="Calibri"/>
                <a:sym typeface="Calibri"/>
              </a:rPr>
              <a:t>Posicionamiento:</a:t>
            </a:r>
            <a:r>
              <a:rPr lang="es-MX" sz="1800">
                <a:solidFill>
                  <a:schemeClr val="dk1"/>
                </a:solidFill>
                <a:latin typeface="Calibri"/>
                <a:ea typeface="Calibri"/>
                <a:cs typeface="Calibri"/>
                <a:sym typeface="Calibri"/>
              </a:rPr>
              <a:t> Permitir que el usuario ubique el objeto seleccionado en la posición deseada del espacio real.</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s-MX" sz="1800">
                <a:solidFill>
                  <a:schemeClr val="dk1"/>
                </a:solidFill>
                <a:latin typeface="Calibri"/>
                <a:ea typeface="Calibri"/>
                <a:cs typeface="Calibri"/>
                <a:sym typeface="Calibri"/>
              </a:rPr>
              <a:t>Rotación:</a:t>
            </a:r>
            <a:r>
              <a:rPr lang="es-MX" sz="1800">
                <a:solidFill>
                  <a:schemeClr val="dk1"/>
                </a:solidFill>
                <a:latin typeface="Calibri"/>
                <a:ea typeface="Calibri"/>
                <a:cs typeface="Calibri"/>
                <a:sym typeface="Calibri"/>
              </a:rPr>
              <a:t> Alinear correctamente los objetos virtuales para integrarlos de forma coherente con el entorno físico.</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s-MX" sz="1800">
                <a:solidFill>
                  <a:schemeClr val="dk1"/>
                </a:solidFill>
                <a:latin typeface="Calibri"/>
                <a:ea typeface="Calibri"/>
                <a:cs typeface="Calibri"/>
                <a:sym typeface="Calibri"/>
              </a:rPr>
              <a:t>Escalamiento:</a:t>
            </a:r>
            <a:r>
              <a:rPr lang="es-MX" sz="1800">
                <a:solidFill>
                  <a:schemeClr val="dk1"/>
                </a:solidFill>
                <a:latin typeface="Calibri"/>
                <a:ea typeface="Calibri"/>
                <a:cs typeface="Calibri"/>
                <a:sym typeface="Calibri"/>
              </a:rPr>
              <a:t> Ajustar el tamaño de los objetos virtuales para mantener una percepción espacial adecuada y asegurar su funcionalidad en la interacción.</a:t>
            </a:r>
            <a:endParaRPr sz="18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g37bf3141e71_2_4465"/>
          <p:cNvSpPr txBox="1"/>
          <p:nvPr/>
        </p:nvSpPr>
        <p:spPr>
          <a:xfrm>
            <a:off x="1" y="1155656"/>
            <a:ext cx="12192000" cy="646500"/>
          </a:xfrm>
          <a:prstGeom prst="rect">
            <a:avLst/>
          </a:prstGeom>
          <a:noFill/>
          <a:ln>
            <a:noFill/>
          </a:ln>
        </p:spPr>
        <p:txBody>
          <a:bodyPr anchorCtr="0" anchor="t" bIns="45700" lIns="91425" spcFirstLastPara="1" rIns="91425" wrap="square" tIns="45700">
            <a:spAutoFit/>
          </a:bodyPr>
          <a:lstStyle/>
          <a:p>
            <a:pPr indent="-330200" lvl="0" marL="457200" marR="0" rtl="0" algn="ctr">
              <a:lnSpc>
                <a:spcPct val="100000"/>
              </a:lnSpc>
              <a:spcBef>
                <a:spcPts val="0"/>
              </a:spcBef>
              <a:spcAft>
                <a:spcPts val="0"/>
              </a:spcAft>
              <a:buClr>
                <a:srgbClr val="000000"/>
              </a:buClr>
              <a:buSzPts val="4000"/>
              <a:buFont typeface="Amiko"/>
              <a:buNone/>
            </a:pPr>
            <a:r>
              <a:rPr b="1" i="0" lang="es-MX" sz="3600" u="none" cap="none" strike="noStrike">
                <a:solidFill>
                  <a:schemeClr val="dk1"/>
                </a:solidFill>
                <a:latin typeface="Calibri"/>
                <a:ea typeface="Calibri"/>
                <a:cs typeface="Calibri"/>
                <a:sym typeface="Calibri"/>
              </a:rPr>
              <a:t>R</a:t>
            </a:r>
            <a:r>
              <a:rPr b="1" lang="es-MX" sz="3600">
                <a:solidFill>
                  <a:schemeClr val="dk1"/>
                </a:solidFill>
                <a:latin typeface="Calibri"/>
                <a:ea typeface="Calibri"/>
                <a:cs typeface="Calibri"/>
                <a:sym typeface="Calibri"/>
              </a:rPr>
              <a:t>ELEASE PLAN</a:t>
            </a:r>
            <a:r>
              <a:rPr b="1" i="0" lang="es-MX" sz="3600" u="none" cap="none" strike="noStrike">
                <a:solidFill>
                  <a:schemeClr val="dk1"/>
                </a:solidFill>
                <a:latin typeface="Calibri"/>
                <a:ea typeface="Calibri"/>
                <a:cs typeface="Calibri"/>
                <a:sym typeface="Calibri"/>
              </a:rPr>
              <a:t>: </a:t>
            </a:r>
            <a:r>
              <a:rPr b="1" lang="es-MX" sz="3600">
                <a:solidFill>
                  <a:schemeClr val="dk1"/>
                </a:solidFill>
                <a:latin typeface="Calibri"/>
                <a:ea typeface="Calibri"/>
                <a:cs typeface="Calibri"/>
                <a:sym typeface="Calibri"/>
              </a:rPr>
              <a:t>FECHAS DE RELEASES</a:t>
            </a:r>
            <a:endParaRPr b="1" i="0" sz="3600" u="none" cap="none" strike="noStrike">
              <a:solidFill>
                <a:schemeClr val="dk1"/>
              </a:solidFill>
              <a:latin typeface="Calibri"/>
              <a:ea typeface="Calibri"/>
              <a:cs typeface="Calibri"/>
              <a:sym typeface="Calibri"/>
            </a:endParaRPr>
          </a:p>
        </p:txBody>
      </p:sp>
      <p:sp>
        <p:nvSpPr>
          <p:cNvPr id="927" name="Google Shape;927;g37bf3141e71_2_4465"/>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28" name="Google Shape;928;g37bf3141e71_2_4465"/>
          <p:cNvPicPr preferRelativeResize="0"/>
          <p:nvPr/>
        </p:nvPicPr>
        <p:blipFill rotWithShape="1">
          <a:blip r:embed="rId3">
            <a:alphaModFix/>
          </a:blip>
          <a:srcRect b="0" l="0" r="0" t="0"/>
          <a:stretch/>
        </p:blipFill>
        <p:spPr>
          <a:xfrm>
            <a:off x="9050602" y="0"/>
            <a:ext cx="3141406" cy="785352"/>
          </a:xfrm>
          <a:prstGeom prst="rect">
            <a:avLst/>
          </a:prstGeom>
          <a:noFill/>
          <a:ln>
            <a:noFill/>
          </a:ln>
        </p:spPr>
      </p:pic>
      <p:pic>
        <p:nvPicPr>
          <p:cNvPr id="929" name="Google Shape;929;g37bf3141e71_2_4465"/>
          <p:cNvPicPr preferRelativeResize="0"/>
          <p:nvPr/>
        </p:nvPicPr>
        <p:blipFill>
          <a:blip r:embed="rId4">
            <a:alphaModFix/>
          </a:blip>
          <a:stretch>
            <a:fillRect/>
          </a:stretch>
        </p:blipFill>
        <p:spPr>
          <a:xfrm>
            <a:off x="253425" y="2291281"/>
            <a:ext cx="11887200" cy="27847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g37bf3141e71_2_11623"/>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35" name="Google Shape;935;g37bf3141e71_2_11623"/>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936" name="Google Shape;936;g37bf3141e71_2_11623"/>
          <p:cNvSpPr txBox="1"/>
          <p:nvPr/>
        </p:nvSpPr>
        <p:spPr>
          <a:xfrm>
            <a:off x="1" y="382756"/>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chemeClr val="dk1"/>
                </a:solidFill>
                <a:latin typeface="Calibri"/>
                <a:ea typeface="Calibri"/>
                <a:cs typeface="Calibri"/>
                <a:sym typeface="Calibri"/>
              </a:rPr>
              <a:t>R</a:t>
            </a:r>
            <a:r>
              <a:rPr b="1" lang="es-MX" sz="3600">
                <a:solidFill>
                  <a:schemeClr val="dk1"/>
                </a:solidFill>
                <a:latin typeface="Calibri"/>
                <a:ea typeface="Calibri"/>
                <a:cs typeface="Calibri"/>
                <a:sym typeface="Calibri"/>
              </a:rPr>
              <a:t>ELEASE PLAN 1</a:t>
            </a:r>
            <a:endParaRPr b="1" i="0" sz="3600" u="none" cap="none" strike="noStrike">
              <a:solidFill>
                <a:srgbClr val="757070"/>
              </a:solidFill>
              <a:latin typeface="Calibri"/>
              <a:ea typeface="Calibri"/>
              <a:cs typeface="Calibri"/>
              <a:sym typeface="Calibri"/>
            </a:endParaRPr>
          </a:p>
        </p:txBody>
      </p:sp>
      <p:pic>
        <p:nvPicPr>
          <p:cNvPr id="937" name="Google Shape;937;g37bf3141e71_2_11623" title="Release plan.png"/>
          <p:cNvPicPr preferRelativeResize="0"/>
          <p:nvPr/>
        </p:nvPicPr>
        <p:blipFill>
          <a:blip r:embed="rId4">
            <a:alphaModFix/>
          </a:blip>
          <a:stretch>
            <a:fillRect/>
          </a:stretch>
        </p:blipFill>
        <p:spPr>
          <a:xfrm>
            <a:off x="702375" y="946600"/>
            <a:ext cx="10678975" cy="591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8e160f7537_0_3"/>
          <p:cNvSpPr txBox="1"/>
          <p:nvPr/>
        </p:nvSpPr>
        <p:spPr>
          <a:xfrm>
            <a:off x="7614" y="393156"/>
            <a:ext cx="121920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chemeClr val="dk1"/>
                </a:solidFill>
                <a:latin typeface="Calibri"/>
                <a:ea typeface="Calibri"/>
                <a:cs typeface="Calibri"/>
                <a:sym typeface="Calibri"/>
              </a:rPr>
              <a:t>R</a:t>
            </a:r>
            <a:r>
              <a:rPr b="1" lang="es-MX" sz="3600">
                <a:solidFill>
                  <a:schemeClr val="dk1"/>
                </a:solidFill>
                <a:latin typeface="Calibri"/>
                <a:ea typeface="Calibri"/>
                <a:cs typeface="Calibri"/>
                <a:sym typeface="Calibri"/>
              </a:rPr>
              <a:t>ELEASE PLAN 2</a:t>
            </a:r>
            <a:endParaRPr b="1" sz="3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sz="3600">
              <a:solidFill>
                <a:schemeClr val="dk1"/>
              </a:solidFill>
              <a:latin typeface="Calibri"/>
              <a:ea typeface="Calibri"/>
              <a:cs typeface="Calibri"/>
              <a:sym typeface="Calibri"/>
            </a:endParaRPr>
          </a:p>
        </p:txBody>
      </p:sp>
      <p:pic>
        <p:nvPicPr>
          <p:cNvPr id="943" name="Google Shape;943;g38e160f7537_0_3" title="Release plan 2.png"/>
          <p:cNvPicPr preferRelativeResize="0"/>
          <p:nvPr/>
        </p:nvPicPr>
        <p:blipFill>
          <a:blip r:embed="rId3">
            <a:alphaModFix/>
          </a:blip>
          <a:stretch>
            <a:fillRect/>
          </a:stretch>
        </p:blipFill>
        <p:spPr>
          <a:xfrm>
            <a:off x="601375" y="970100"/>
            <a:ext cx="11004476" cy="5887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37bf3141e71_2_11586"/>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49" name="Google Shape;949;g37bf3141e71_2_11586"/>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950" name="Google Shape;950;g37bf3141e71_2_11586"/>
          <p:cNvSpPr txBox="1"/>
          <p:nvPr/>
        </p:nvSpPr>
        <p:spPr>
          <a:xfrm>
            <a:off x="-159175" y="738230"/>
            <a:ext cx="12192000" cy="646500"/>
          </a:xfrm>
          <a:prstGeom prst="rect">
            <a:avLst/>
          </a:prstGeom>
          <a:noFill/>
          <a:ln>
            <a:noFill/>
          </a:ln>
        </p:spPr>
        <p:txBody>
          <a:bodyPr anchorCtr="0" anchor="t" bIns="45700" lIns="91425" spcFirstLastPara="1" rIns="91425" wrap="square" tIns="45700">
            <a:spAutoFit/>
          </a:bodyPr>
          <a:lstStyle/>
          <a:p>
            <a:pPr indent="-330200" lvl="0" marL="457200" marR="0" rtl="0" algn="ctr">
              <a:lnSpc>
                <a:spcPct val="100000"/>
              </a:lnSpc>
              <a:spcBef>
                <a:spcPts val="0"/>
              </a:spcBef>
              <a:spcAft>
                <a:spcPts val="0"/>
              </a:spcAft>
              <a:buClr>
                <a:srgbClr val="000000"/>
              </a:buClr>
              <a:buSzPts val="4000"/>
              <a:buFont typeface="Amiko"/>
              <a:buNone/>
            </a:pPr>
            <a:r>
              <a:rPr b="1" i="0" lang="es-MX" sz="3600" u="none" cap="none" strike="noStrike">
                <a:solidFill>
                  <a:schemeClr val="dk1"/>
                </a:solidFill>
                <a:latin typeface="Calibri"/>
                <a:ea typeface="Calibri"/>
                <a:cs typeface="Calibri"/>
                <a:sym typeface="Calibri"/>
              </a:rPr>
              <a:t>A</a:t>
            </a:r>
            <a:r>
              <a:rPr b="1" lang="es-MX" sz="3600">
                <a:solidFill>
                  <a:schemeClr val="dk1"/>
                </a:solidFill>
                <a:latin typeface="Calibri"/>
                <a:ea typeface="Calibri"/>
                <a:cs typeface="Calibri"/>
                <a:sym typeface="Calibri"/>
              </a:rPr>
              <a:t>RQUITECTURA DEL PROYECTO</a:t>
            </a:r>
            <a:endParaRPr b="1" i="0" sz="3600" u="none" cap="none" strike="noStrike">
              <a:solidFill>
                <a:schemeClr val="dk1"/>
              </a:solidFill>
              <a:latin typeface="Calibri"/>
              <a:ea typeface="Calibri"/>
              <a:cs typeface="Calibri"/>
              <a:sym typeface="Calibri"/>
            </a:endParaRPr>
          </a:p>
        </p:txBody>
      </p:sp>
      <p:pic>
        <p:nvPicPr>
          <p:cNvPr id="951" name="Google Shape;951;g37bf3141e71_2_11586"/>
          <p:cNvPicPr preferRelativeResize="0"/>
          <p:nvPr/>
        </p:nvPicPr>
        <p:blipFill>
          <a:blip r:embed="rId4">
            <a:alphaModFix/>
          </a:blip>
          <a:stretch>
            <a:fillRect/>
          </a:stretch>
        </p:blipFill>
        <p:spPr>
          <a:xfrm>
            <a:off x="2656650" y="1606130"/>
            <a:ext cx="6878700" cy="44368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7bf3141e71_2_10727"/>
          <p:cNvSpPr txBox="1"/>
          <p:nvPr>
            <p:ph idx="1" type="subTitle"/>
          </p:nvPr>
        </p:nvSpPr>
        <p:spPr>
          <a:xfrm>
            <a:off x="2563525" y="1661975"/>
            <a:ext cx="7077300" cy="4384800"/>
          </a:xfrm>
          <a:prstGeom prst="rect">
            <a:avLst/>
          </a:prstGeom>
          <a:noFill/>
          <a:ln>
            <a:noFill/>
          </a:ln>
        </p:spPr>
        <p:txBody>
          <a:bodyPr anchorCtr="0" anchor="t" bIns="121900" lIns="121900" spcFirstLastPara="1" rIns="121900" wrap="square" tIns="121900">
            <a:noAutofit/>
          </a:bodyPr>
          <a:lstStyle/>
          <a:p>
            <a:pPr indent="-342900" lvl="0" marL="18288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Para el modelado de los personajes se utilizó Blender 4.5, donde se desarrollaron todas las animaciones de descanso, defensa y ataque.</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342900" lvl="0" marL="18288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Se utilizó Unity para crear la interfaz </a:t>
            </a:r>
            <a:r>
              <a:rPr lang="es-MX" sz="1800">
                <a:latin typeface="Calibri"/>
                <a:ea typeface="Calibri"/>
                <a:cs typeface="Calibri"/>
                <a:sym typeface="Calibri"/>
              </a:rPr>
              <a:t>gráfica</a:t>
            </a:r>
            <a:r>
              <a:rPr lang="es-MX" sz="1800">
                <a:latin typeface="Calibri"/>
                <a:ea typeface="Calibri"/>
                <a:cs typeface="Calibri"/>
                <a:sym typeface="Calibri"/>
              </a:rPr>
              <a:t> de la aplicación.</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342900" lvl="0" marL="18288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Todo el código utilizado se </a:t>
            </a:r>
            <a:r>
              <a:rPr lang="es-MX" sz="1800">
                <a:latin typeface="Calibri"/>
                <a:ea typeface="Calibri"/>
                <a:cs typeface="Calibri"/>
                <a:sym typeface="Calibri"/>
              </a:rPr>
              <a:t>realizó</a:t>
            </a:r>
            <a:r>
              <a:rPr lang="es-MX" sz="1800">
                <a:latin typeface="Calibri"/>
                <a:ea typeface="Calibri"/>
                <a:cs typeface="Calibri"/>
                <a:sym typeface="Calibri"/>
              </a:rPr>
              <a:t> en C#.</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0" lvl="0" marL="0" rtl="0" algn="just">
              <a:lnSpc>
                <a:spcPct val="100000"/>
              </a:lnSpc>
              <a:spcBef>
                <a:spcPts val="0"/>
              </a:spcBef>
              <a:spcAft>
                <a:spcPts val="0"/>
              </a:spcAft>
              <a:buSzPts val="1600"/>
              <a:buNone/>
            </a:pPr>
            <a:r>
              <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342900" lvl="0" marL="18288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Se almacenará toda la información en Firebase.</a:t>
            </a:r>
            <a:endParaRPr sz="1800">
              <a:latin typeface="Calibri"/>
              <a:ea typeface="Calibri"/>
              <a:cs typeface="Calibri"/>
              <a:sym typeface="Calibri"/>
            </a:endParaRPr>
          </a:p>
        </p:txBody>
      </p:sp>
      <p:sp>
        <p:nvSpPr>
          <p:cNvPr id="957" name="Google Shape;957;g37bf3141e71_2_10727"/>
          <p:cNvSpPr txBox="1"/>
          <p:nvPr>
            <p:ph type="title"/>
          </p:nvPr>
        </p:nvSpPr>
        <p:spPr>
          <a:xfrm>
            <a:off x="963168" y="719333"/>
            <a:ext cx="10278000" cy="646500"/>
          </a:xfrm>
          <a:prstGeom prst="rect">
            <a:avLst/>
          </a:prstGeom>
          <a:noFill/>
          <a:ln>
            <a:noFill/>
          </a:ln>
        </p:spPr>
        <p:txBody>
          <a:bodyPr anchorCtr="0" anchor="ctr" bIns="45700" lIns="91425" spcFirstLastPara="1" rIns="91425" wrap="square" tIns="45700">
            <a:noAutofit/>
          </a:bodyPr>
          <a:lstStyle/>
          <a:p>
            <a:pPr indent="-330200" lvl="0" marL="457200" rtl="0" algn="ctr">
              <a:lnSpc>
                <a:spcPct val="100000"/>
              </a:lnSpc>
              <a:spcBef>
                <a:spcPts val="0"/>
              </a:spcBef>
              <a:spcAft>
                <a:spcPts val="0"/>
              </a:spcAft>
              <a:buClr>
                <a:srgbClr val="000000"/>
              </a:buClr>
              <a:buSzPts val="4000"/>
              <a:buFont typeface="Amiko"/>
              <a:buNone/>
            </a:pPr>
            <a:r>
              <a:rPr lang="es-MX" sz="3600">
                <a:latin typeface="Calibri"/>
                <a:ea typeface="Calibri"/>
                <a:cs typeface="Calibri"/>
                <a:sym typeface="Calibri"/>
              </a:rPr>
              <a:t>TECNOLOGÍAS UTILIZADAS</a:t>
            </a:r>
            <a:endParaRPr sz="3600"/>
          </a:p>
        </p:txBody>
      </p:sp>
      <p:sp>
        <p:nvSpPr>
          <p:cNvPr id="958" name="Google Shape;958;g37bf3141e71_2_10727"/>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59" name="Google Shape;959;g37bf3141e71_2_10727"/>
          <p:cNvPicPr preferRelativeResize="0"/>
          <p:nvPr/>
        </p:nvPicPr>
        <p:blipFill rotWithShape="1">
          <a:blip r:embed="rId3">
            <a:alphaModFix/>
          </a:blip>
          <a:srcRect b="0" l="0" r="0" t="0"/>
          <a:stretch/>
        </p:blipFill>
        <p:spPr>
          <a:xfrm>
            <a:off x="9050602" y="9625"/>
            <a:ext cx="3141406" cy="785352"/>
          </a:xfrm>
          <a:prstGeom prst="rect">
            <a:avLst/>
          </a:prstGeom>
          <a:noFill/>
          <a:ln>
            <a:noFill/>
          </a:ln>
        </p:spPr>
      </p:pic>
      <p:pic>
        <p:nvPicPr>
          <p:cNvPr descr="An orange and blue hand with a blue circle&#10;&#10;AI-generated content may be incorrect." id="960" name="Google Shape;960;g37bf3141e71_2_10727"/>
          <p:cNvPicPr preferRelativeResize="0"/>
          <p:nvPr/>
        </p:nvPicPr>
        <p:blipFill rotWithShape="1">
          <a:blip r:embed="rId4">
            <a:alphaModFix/>
          </a:blip>
          <a:srcRect b="0" l="11564" r="9284" t="0"/>
          <a:stretch/>
        </p:blipFill>
        <p:spPr>
          <a:xfrm>
            <a:off x="2645375" y="1661975"/>
            <a:ext cx="1242126" cy="887574"/>
          </a:xfrm>
          <a:prstGeom prst="rect">
            <a:avLst/>
          </a:prstGeom>
          <a:noFill/>
          <a:ln>
            <a:noFill/>
          </a:ln>
        </p:spPr>
      </p:pic>
      <p:pic>
        <p:nvPicPr>
          <p:cNvPr descr="A black and white cube with a black background&#10;&#10;AI-generated content may be incorrect." id="961" name="Google Shape;961;g37bf3141e71_2_10727"/>
          <p:cNvPicPr preferRelativeResize="0"/>
          <p:nvPr/>
        </p:nvPicPr>
        <p:blipFill rotWithShape="1">
          <a:blip r:embed="rId5">
            <a:alphaModFix/>
          </a:blip>
          <a:srcRect b="0" l="16806" r="15451" t="0"/>
          <a:stretch/>
        </p:blipFill>
        <p:spPr>
          <a:xfrm>
            <a:off x="2768875" y="2774275"/>
            <a:ext cx="1182474" cy="981852"/>
          </a:xfrm>
          <a:prstGeom prst="rect">
            <a:avLst/>
          </a:prstGeom>
          <a:noFill/>
          <a:ln>
            <a:noFill/>
          </a:ln>
        </p:spPr>
      </p:pic>
      <p:pic>
        <p:nvPicPr>
          <p:cNvPr descr="A red and yellow drop of water&#10;&#10;AI-generated content may be incorrect." id="962" name="Google Shape;962;g37bf3141e71_2_10727"/>
          <p:cNvPicPr preferRelativeResize="0"/>
          <p:nvPr/>
        </p:nvPicPr>
        <p:blipFill rotWithShape="1">
          <a:blip r:embed="rId6">
            <a:alphaModFix/>
          </a:blip>
          <a:srcRect b="0" l="0" r="0" t="0"/>
          <a:stretch/>
        </p:blipFill>
        <p:spPr>
          <a:xfrm>
            <a:off x="2834959" y="5122661"/>
            <a:ext cx="1050323" cy="1050322"/>
          </a:xfrm>
          <a:prstGeom prst="rect">
            <a:avLst/>
          </a:prstGeom>
          <a:noFill/>
          <a:ln>
            <a:noFill/>
          </a:ln>
        </p:spPr>
      </p:pic>
      <p:pic>
        <p:nvPicPr>
          <p:cNvPr descr="A logo of a company&#10;&#10;AI-generated content may be incorrect." id="963" name="Google Shape;963;g37bf3141e71_2_10727"/>
          <p:cNvPicPr preferRelativeResize="0"/>
          <p:nvPr/>
        </p:nvPicPr>
        <p:blipFill rotWithShape="1">
          <a:blip r:embed="rId7">
            <a:alphaModFix/>
          </a:blip>
          <a:srcRect b="0" l="11177" r="13196" t="0"/>
          <a:stretch/>
        </p:blipFill>
        <p:spPr>
          <a:xfrm>
            <a:off x="2913000" y="3913838"/>
            <a:ext cx="894224" cy="1051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
          <p:cNvSpPr txBox="1"/>
          <p:nvPr>
            <p:ph type="title"/>
          </p:nvPr>
        </p:nvSpPr>
        <p:spPr>
          <a:xfrm>
            <a:off x="647138" y="3047250"/>
            <a:ext cx="11490960" cy="646290"/>
          </a:xfrm>
          <a:prstGeom prst="rect">
            <a:avLst/>
          </a:prstGeom>
          <a:noFill/>
          <a:ln>
            <a:noFill/>
          </a:ln>
        </p:spPr>
        <p:txBody>
          <a:bodyPr anchorCtr="0" anchor="ctr" bIns="45700" lIns="91425" spcFirstLastPara="1" rIns="91425" wrap="square" tIns="45700">
            <a:noAutofit/>
          </a:bodyPr>
          <a:lstStyle/>
          <a:p>
            <a:pPr indent="-330200" lvl="0" marL="457200" rtl="0" algn="ctr">
              <a:lnSpc>
                <a:spcPct val="100000"/>
              </a:lnSpc>
              <a:spcBef>
                <a:spcPts val="0"/>
              </a:spcBef>
              <a:spcAft>
                <a:spcPts val="0"/>
              </a:spcAft>
              <a:buClr>
                <a:srgbClr val="000000"/>
              </a:buClr>
              <a:buSzPts val="4000"/>
              <a:buFont typeface="Amiko"/>
              <a:buNone/>
            </a:pPr>
            <a:r>
              <a:rPr lang="es-MX" sz="3600">
                <a:latin typeface="Calibri"/>
                <a:ea typeface="Calibri"/>
                <a:cs typeface="Calibri"/>
                <a:sym typeface="Calibri"/>
              </a:rPr>
              <a:t>DEMOSTRACIÓN DEL RESULTADO DEL PROYECTO</a:t>
            </a:r>
            <a:endParaRPr sz="3600">
              <a:latin typeface="Calibri"/>
              <a:ea typeface="Calibri"/>
              <a:cs typeface="Calibri"/>
              <a:sym typeface="Calibri"/>
            </a:endParaRPr>
          </a:p>
        </p:txBody>
      </p:sp>
      <p:sp>
        <p:nvSpPr>
          <p:cNvPr id="969" name="Google Shape;969;p1"/>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70" name="Google Shape;970;p1"/>
          <p:cNvPicPr preferRelativeResize="0"/>
          <p:nvPr/>
        </p:nvPicPr>
        <p:blipFill rotWithShape="1">
          <a:blip r:embed="rId3">
            <a:alphaModFix/>
          </a:blip>
          <a:srcRect b="0" l="0" r="0" t="0"/>
          <a:stretch/>
        </p:blipFill>
        <p:spPr>
          <a:xfrm>
            <a:off x="9050602" y="9625"/>
            <a:ext cx="3141406" cy="7853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
          <p:cNvSpPr txBox="1"/>
          <p:nvPr>
            <p:ph type="title"/>
          </p:nvPr>
        </p:nvSpPr>
        <p:spPr>
          <a:xfrm>
            <a:off x="647154" y="794975"/>
            <a:ext cx="10528800" cy="646500"/>
          </a:xfrm>
          <a:prstGeom prst="rect">
            <a:avLst/>
          </a:prstGeom>
          <a:noFill/>
          <a:ln>
            <a:noFill/>
          </a:ln>
        </p:spPr>
        <p:txBody>
          <a:bodyPr anchorCtr="0" anchor="ctr" bIns="45700" lIns="91425" spcFirstLastPara="1" rIns="91425" wrap="square" tIns="45700">
            <a:noAutofit/>
          </a:bodyPr>
          <a:lstStyle/>
          <a:p>
            <a:pPr indent="-330200" lvl="0" marL="457200" rtl="0" algn="ctr">
              <a:lnSpc>
                <a:spcPct val="100000"/>
              </a:lnSpc>
              <a:spcBef>
                <a:spcPts val="0"/>
              </a:spcBef>
              <a:spcAft>
                <a:spcPts val="0"/>
              </a:spcAft>
              <a:buClr>
                <a:srgbClr val="000000"/>
              </a:buClr>
              <a:buSzPts val="4000"/>
              <a:buFont typeface="Amiko"/>
              <a:buNone/>
            </a:pPr>
            <a:r>
              <a:rPr lang="es-MX" sz="3600">
                <a:latin typeface="Calibri"/>
                <a:ea typeface="Calibri"/>
                <a:cs typeface="Calibri"/>
                <a:sym typeface="Calibri"/>
              </a:rPr>
              <a:t>OBSTÁCULOS</a:t>
            </a:r>
            <a:r>
              <a:rPr lang="es-MX" sz="3600">
                <a:latin typeface="Calibri"/>
                <a:ea typeface="Calibri"/>
                <a:cs typeface="Calibri"/>
                <a:sym typeface="Calibri"/>
              </a:rPr>
              <a:t> PRESENTADOS DURANTE EL PROYECTO</a:t>
            </a:r>
            <a:endParaRPr sz="3600">
              <a:latin typeface="Calibri"/>
              <a:ea typeface="Calibri"/>
              <a:cs typeface="Calibri"/>
              <a:sym typeface="Calibri"/>
            </a:endParaRPr>
          </a:p>
        </p:txBody>
      </p:sp>
      <p:sp>
        <p:nvSpPr>
          <p:cNvPr id="976" name="Google Shape;976;p2"/>
          <p:cNvSpPr txBox="1"/>
          <p:nvPr/>
        </p:nvSpPr>
        <p:spPr>
          <a:xfrm>
            <a:off x="647138" y="209978"/>
            <a:ext cx="1219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“AR-Tapies”</a:t>
            </a:r>
            <a:endParaRPr b="0" i="0" sz="1800" u="none" cap="none" strike="noStrike">
              <a:solidFill>
                <a:srgbClr val="757070"/>
              </a:solidFill>
              <a:latin typeface="Calibri"/>
              <a:ea typeface="Calibri"/>
              <a:cs typeface="Calibri"/>
              <a:sym typeface="Calibri"/>
            </a:endParaRPr>
          </a:p>
        </p:txBody>
      </p:sp>
      <p:pic>
        <p:nvPicPr>
          <p:cNvPr descr="EscuelaIT Duoc UC - Escuela de Informática y Telecomunicaciones Duoc UC - Duoc  UC | LinkedIn" id="977" name="Google Shape;977;p2"/>
          <p:cNvPicPr preferRelativeResize="0"/>
          <p:nvPr/>
        </p:nvPicPr>
        <p:blipFill rotWithShape="1">
          <a:blip r:embed="rId3">
            <a:alphaModFix/>
          </a:blip>
          <a:srcRect b="0" l="0" r="0" t="0"/>
          <a:stretch/>
        </p:blipFill>
        <p:spPr>
          <a:xfrm>
            <a:off x="9050602" y="9625"/>
            <a:ext cx="3141406" cy="785352"/>
          </a:xfrm>
          <a:prstGeom prst="rect">
            <a:avLst/>
          </a:prstGeom>
          <a:noFill/>
          <a:ln>
            <a:noFill/>
          </a:ln>
        </p:spPr>
      </p:pic>
      <p:sp>
        <p:nvSpPr>
          <p:cNvPr id="978" name="Google Shape;978;p2"/>
          <p:cNvSpPr txBox="1"/>
          <p:nvPr>
            <p:ph idx="1" type="subTitle"/>
          </p:nvPr>
        </p:nvSpPr>
        <p:spPr>
          <a:xfrm>
            <a:off x="1330274" y="1657175"/>
            <a:ext cx="8407500" cy="4384800"/>
          </a:xfrm>
          <a:prstGeom prst="rect">
            <a:avLst/>
          </a:prstGeom>
          <a:noFill/>
          <a:ln>
            <a:noFill/>
          </a:ln>
        </p:spPr>
        <p:txBody>
          <a:bodyPr anchorCtr="0" anchor="t" bIns="121900" lIns="121900" spcFirstLastPara="1" rIns="121900" wrap="square" tIns="121900">
            <a:noAutofit/>
          </a:bodyPr>
          <a:lstStyle/>
          <a:p>
            <a:pPr indent="-342900" lvl="0" marL="4572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Curva de aprendizaje de los lenguajes a utilizar.</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a:p>
            <a:pPr indent="-342900" lvl="0" marL="457200" rtl="0" algn="just">
              <a:lnSpc>
                <a:spcPct val="100000"/>
              </a:lnSpc>
              <a:spcBef>
                <a:spcPts val="0"/>
              </a:spcBef>
              <a:spcAft>
                <a:spcPts val="0"/>
              </a:spcAft>
              <a:buSzPts val="1800"/>
              <a:buFont typeface="Calibri"/>
              <a:buChar char="●"/>
            </a:pPr>
            <a:r>
              <a:rPr lang="es-MX" sz="1800">
                <a:latin typeface="Calibri"/>
                <a:ea typeface="Calibri"/>
                <a:cs typeface="Calibri"/>
                <a:sym typeface="Calibri"/>
              </a:rPr>
              <a:t>Equipamiento necesario para realizar modelamiento y renderizado de los modelos en 3D.</a:t>
            </a:r>
            <a:endParaRPr sz="1800">
              <a:latin typeface="Calibri"/>
              <a:ea typeface="Calibri"/>
              <a:cs typeface="Calibri"/>
              <a:sym typeface="Calibri"/>
            </a:endParaRPr>
          </a:p>
          <a:p>
            <a:pPr indent="-228600" lvl="0" marL="457200" rtl="0" algn="just">
              <a:lnSpc>
                <a:spcPct val="100000"/>
              </a:lnSpc>
              <a:spcBef>
                <a:spcPts val="0"/>
              </a:spcBef>
              <a:spcAft>
                <a:spcPts val="0"/>
              </a:spcAft>
              <a:buSzPts val="1600"/>
              <a:buNone/>
            </a:pPr>
            <a:r>
              <a:t/>
            </a:r>
            <a:endParaRPr sz="1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AR, VR and 3D Online Retail Experiences Business Plan by Slidesgo">
  <a:themeElements>
    <a:clrScheme name="Simple Light">
      <a:dk1>
        <a:srgbClr val="000000"/>
      </a:dk1>
      <a:lt1>
        <a:srgbClr val="FAFEFF"/>
      </a:lt1>
      <a:dk2>
        <a:srgbClr val="9BA6A8"/>
      </a:dk2>
      <a:lt2>
        <a:srgbClr val="E5EBEC"/>
      </a:lt2>
      <a:accent1>
        <a:srgbClr val="94B006"/>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